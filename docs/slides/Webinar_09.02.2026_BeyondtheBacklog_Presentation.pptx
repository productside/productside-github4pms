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10.svg" ContentType="image/svg+xml"/>
  <Override PartName="/ppt/media/image11.svg" ContentType="image/svg+xml"/>
  <Override PartName="/ppt/media/image12.svg" ContentType="image/svg+xml"/>
  <Override PartName="/ppt/media/image13.svg" ContentType="image/svg+xml"/>
  <Override PartName="/ppt/media/image16.svg" ContentType="image/svg+xml"/>
  <Override PartName="/ppt/media/image20.svg" ContentType="image/svg+xml"/>
  <Override PartName="/ppt/media/image21.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79" r:id="rId4"/>
    <p:sldMasterId id="2147484355" r:id="rId5"/>
    <p:sldMasterId id="2147484724" r:id="rId6"/>
    <p:sldMasterId id="2147484609" r:id="rId7"/>
    <p:sldMasterId id="2147484857" r:id="rId8"/>
  </p:sldMasterIdLst>
  <p:notesMasterIdLst>
    <p:notesMasterId r:id="rId68"/>
  </p:notesMasterIdLst>
  <p:sldIdLst>
    <p:sldId id="2146848165" r:id="rId9"/>
    <p:sldId id="2147473198" r:id="rId10"/>
    <p:sldId id="272" r:id="rId11"/>
    <p:sldId id="2146848214" r:id="rId12"/>
    <p:sldId id="2113690732" r:id="rId13"/>
    <p:sldId id="2147472156" r:id="rId14"/>
    <p:sldId id="2147472447" r:id="rId15"/>
    <p:sldId id="2147482313" r:id="rId28"/>
    <p:sldId id="2147482334" r:id="rId29"/>
    <p:sldId id="2147482336" r:id="rId30"/>
    <p:sldId id="2147473245" r:id="rId31"/>
    <p:sldId id="2146848106" r:id="rId32"/>
    <p:sldId id="214684809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binar Slides" id="{50E0B4ED-1B08-F64F-B000-2EDAD5736A35}">
          <p14:sldIdLst>
            <p14:sldId id="2146848165"/>
            <p14:sldId id="2147473198"/>
            <p14:sldId id="272"/>
            <p14:sldId id="2146848214"/>
            <p14:sldId id="2113690732"/>
            <p14:sldId id="2147472156"/>
            <p14:sldId id="2147472447"/>
            <p14:sldId id="2147472449"/>
            <p14:sldId id="2147473051"/>
            <p14:sldId id="2147473221"/>
            <p14:sldId id="2147473222"/>
            <p14:sldId id="2147473223"/>
            <p14:sldId id="2147473056"/>
            <p14:sldId id="2147473217"/>
            <p14:sldId id="2147473200"/>
            <p14:sldId id="2147473206"/>
            <p14:sldId id="2147473215"/>
            <p14:sldId id="2147473216"/>
            <p14:sldId id="2147472459"/>
            <p14:sldId id="2147482313"/>
            <p14:sldId id="2147482334"/>
            <p14:sldId id="2147482336"/>
            <p14:sldId id="2147473245"/>
            <p14:sldId id="2146848106"/>
            <p14:sldId id="2146848098"/>
          </p14:sldIdLst>
        </p14:section>
        <p14:section name="CTAs" id="{4AA7FB31-F421-F149-8091-7D52420F87E8}">
          <p14:sldIdLst>
            <p14:sldId id="2147482275"/>
            <p14:sldId id="2147482335"/>
            <p14:sldId id="2147482344"/>
            <p14:sldId id="2147482340"/>
            <p14:sldId id="2147482297"/>
            <p14:sldId id="2147482341"/>
            <p14:sldId id="2147482312"/>
            <p14:sldId id="2147482342"/>
            <p14:sldId id="2147482276"/>
            <p14:sldId id="2147482331"/>
            <p14:sldId id="2147473243"/>
            <p14:sldId id="2147482298"/>
            <p14:sldId id="2147482325"/>
            <p14:sldId id="2147473211"/>
            <p14:sldId id="2147482343"/>
          </p14:sldIdLst>
        </p14:section>
        <p14:section name="Resources Section" id="{CE691EDA-1CFC-144F-AF1F-71D47435F74D}">
          <p14:sldIdLst>
            <p14:sldId id="2147472106"/>
            <p14:sldId id="2147473196"/>
            <p14:sldId id="2147473197"/>
            <p14:sldId id="2147472109"/>
            <p14:sldId id="2147472441"/>
            <p14:sldId id="2147472108"/>
            <p14:sldId id="2147472113"/>
            <p14:sldId id="2147472114"/>
            <p14:sldId id="2147472116"/>
            <p14:sldId id="2147472448"/>
            <p14:sldId id="2147472115"/>
            <p14:sldId id="2147472117"/>
            <p14:sldId id="2147472450"/>
            <p14:sldId id="2147472126"/>
            <p14:sldId id="2147472118"/>
            <p14:sldId id="2147472442"/>
            <p14:sldId id="2147472120"/>
            <p14:sldId id="2147472119"/>
            <p14:sldId id="214748227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E4E01A-1EEE-3394-A42B-E761593DD9E9}" name="Tom Evans" initials="TE" userId="S::tom@productside.com::21ab9508-f645-4d2a-b1e8-f6c74de5f44a" providerId="AD"/>
  <p188:author id="{5CB15D1C-9ECA-8503-6664-4792B096B7CD}" name="Matt Madison" initials="MM" userId="S::matt.madison@280group.com::a1120944-72f3-4cc1-9179-d8a52cd9d6f6" providerId="AD"/>
  <p188:author id="{9C2AA61D-D0CC-0BFE-0CC2-3B3E60F16D6C}" name="Todd Blaquiere" initials="TB" userId="S::todd@280group.com::5aa19cbd-b28d-4814-8ad9-5d5baf60c416" providerId="AD"/>
  <p188:author id="{579D3A28-A13E-ABC8-B142-1BE138C81E76}" name="Kenny Kranseler" initials="KK" userId="S::ken.k@productside.com::36c75f05-ae08-438a-9c44-b24be3aad041" providerId="AD"/>
  <p188:author id="{C8805328-1FB2-C160-FE2F-8AA0085513DC}" name="Ken Feehan" initials="KF" userId="S::ken@280group.com::c2686838-4706-4323-a58e-c84a574f2cd0" providerId="AD"/>
  <p188:author id="{256B5649-007A-9DD3-E3C7-E9E84031E893}" name="Robyn Diaz" initials="RD" userId="S::robyn.diaz@280group.com::63d3161b-7b5c-441f-bad6-bc9d7ca7a09c" providerId="AD"/>
  <p188:author id="{0B45DF54-F01E-8CFB-F7E3-F8893EFD0975}" name="Roger Snyder" initials="RS" userId="S::roger@280group.com::b716aee3-2d17-4a6f-8d9c-4672a5b21370" providerId="AD"/>
  <p188:author id="{66B2116A-F00D-998C-3307-F690D423E46C}" name="Jake Yingling" initials="JY" userId="S::jake@280group.com::b24ca7c4-052b-4643-a8ad-b0c8a16bd0c1" providerId="AD"/>
  <p188:author id="{067B596A-AE89-C807-D733-7FA8CE6DE69A}" name="Nicole Tieche" initials="NT" userId="S::nicole.tieche@280group.com::1506e6e1-8036-46c5-93fe-d59fb5f1d0f7" providerId="AD"/>
  <p188:author id="{2F33716B-020A-3CFE-D9DA-E05E76606A05}" name="Robyn Diaz" initials="" userId="S::robyn.diaz@productside.com::63d3161b-7b5c-441f-bad6-bc9d7ca7a09c" providerId="AD"/>
  <p188:author id="{75B9B66F-E3EE-C3E4-9E84-D1D0EC9D4ADB}" name="Kate Fuchs" initials="KF" userId="S::kate.fuchs@280group.com::9aa37882-1c50-4d7b-af0f-1d2662c7bef5" providerId="AD"/>
  <p188:author id="{92429370-5E5D-1AA2-77CC-261C263391DE}" name="Rina Alexin" initials="RA" userId="S::rina@280group.com::5cef9439-361a-4430-80b9-b0b93ff065e2" providerId="AD"/>
  <p188:author id="{7E824572-F0DE-B51A-197F-EC71A9CD85C3}" name="Dean Peters" initials="DP" userId="S::dean.peters@productside.com::85cdf1ea-e4ec-4030-a94f-5ce5cc0b4b32" providerId="AD"/>
  <p188:author id="{3F6655A6-CD20-4A45-01EC-0089123BF314}" name="Jennifer Compton" initials="JC" userId="S::jennifer.compton@280group.com::6014f077-cc62-4466-8ef4-f11595cb0bb9" providerId="AD"/>
  <p188:author id="{8B5D3EC2-F542-84B8-64C8-C5254EBA1D77}" name="Jake Yingling" initials="JY" userId="S::Jake@280group.com::b24ca7c4-052b-4643-a8ad-b0c8a16bd0c1" providerId="AD"/>
  <p188:author id="{36CBEFEA-41DE-2781-0C1F-291F95CD102D}" name="Kimberly Lat Peña" initials="KL" userId="S::kim@productside.com::3defb099-ff23-4584-b745-8a3a155c0df2" providerId="AD"/>
  <p188:author id="{1C1616F3-0ED2-2431-E57A-94144BA76638}" name="Mira Wooten" initials="MW" userId="S::mira@280group.com::bab9e909-a071-453e-bbaa-088fea06c709" providerId="AD"/>
  <p188:author id="{93138BF4-4C87-EB23-AE81-2CE249B8FBBF}" name="Tyler Johnson" initials="TJ" userId="S::tyler@280group.com::c6b368d9-3050-41ba-84e5-def6942a4415" providerId="AD"/>
  <p188:author id="{BCCD2CFB-69F9-F0AE-F614-74D21D4EABB9}" name="Ken Feehan" initials="KAF" userId="Ken Feeh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F27C7C"/>
    <a:srgbClr val="73A0EF"/>
    <a:srgbClr val="00E874"/>
    <a:srgbClr val="459692"/>
    <a:srgbClr val="9E9E9E"/>
    <a:srgbClr val="FFD58A"/>
    <a:srgbClr val="B3F1FF"/>
    <a:srgbClr val="FFFFA9"/>
    <a:srgbClr val="FF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0C09F-0128-A082-6CE9-DB83B727C2FF}" v="20" dt="2026-08-06T17:46:49.7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microsoft.com/office/2016/11/relationships/changesInfo" Target="changesInfos/changesInfo1.xml"/><Relationship Id="rId74" Type="http://schemas.microsoft.com/office/2015/10/relationships/revisionInfo" Target="revisionInfo.xml"/><Relationship Id="rId7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berly Lat Peña" userId="3defb099-ff23-4584-b745-8a3a155c0df2" providerId="ADAL" clId="{3536A107-5510-4B60-B596-B4B84B1B9D1D}"/>
    <pc:docChg chg="custSel modSld">
      <pc:chgData name="Kimberly Lat Peña" userId="3defb099-ff23-4584-b745-8a3a155c0df2" providerId="ADAL" clId="{3536A107-5510-4B60-B596-B4B84B1B9D1D}" dt="2026-07-30T18:08:49.188" v="22" actId="27636"/>
      <pc:docMkLst>
        <pc:docMk/>
      </pc:docMkLst>
      <pc:sldChg chg="modSp mod">
        <pc:chgData name="Kimberly Lat Peña" userId="3defb099-ff23-4584-b745-8a3a155c0df2" providerId="ADAL" clId="{3536A107-5510-4B60-B596-B4B84B1B9D1D}" dt="2026-07-30T18:08:49.152" v="20"/>
        <pc:sldMkLst>
          <pc:docMk/>
          <pc:sldMk cId="3278741870" sldId="272"/>
        </pc:sldMkLst>
        <pc:spChg chg="mod">
          <ac:chgData name="Kimberly Lat Peña" userId="3defb099-ff23-4584-b745-8a3a155c0df2" providerId="ADAL" clId="{3536A107-5510-4B60-B596-B4B84B1B9D1D}" dt="2026-07-30T18:08:37.391" v="19" actId="20577"/>
          <ac:spMkLst>
            <pc:docMk/>
            <pc:sldMk cId="3278741870" sldId="272"/>
            <ac:spMk id="19" creationId="{0DA8F057-F324-6D55-F2DE-8AD9E1C9186D}"/>
          </ac:spMkLst>
        </pc:spChg>
        <pc:spChg chg="mod">
          <ac:chgData name="Kimberly Lat Peña" userId="3defb099-ff23-4584-b745-8a3a155c0df2" providerId="ADAL" clId="{3536A107-5510-4B60-B596-B4B84B1B9D1D}" dt="2026-07-30T18:08:49.152" v="20"/>
          <ac:spMkLst>
            <pc:docMk/>
            <pc:sldMk cId="3278741870" sldId="272"/>
            <ac:spMk id="25" creationId="{5551EF04-2C3E-5F65-1FD1-43B07FB7F12E}"/>
          </ac:spMkLst>
        </pc:spChg>
        <pc:picChg chg="mod">
          <ac:chgData name="Kimberly Lat Peña" userId="3defb099-ff23-4584-b745-8a3a155c0df2" providerId="ADAL" clId="{3536A107-5510-4B60-B596-B4B84B1B9D1D}" dt="2026-07-30T18:08:29.839" v="0" actId="14826"/>
          <ac:picMkLst>
            <pc:docMk/>
            <pc:sldMk cId="3278741870" sldId="272"/>
            <ac:picMk id="11" creationId="{6F1B8C67-CCD3-C422-5FCA-41C93B34F2C7}"/>
          </ac:picMkLst>
        </pc:picChg>
      </pc:sldChg>
      <pc:sldChg chg="modSp mod">
        <pc:chgData name="Kimberly Lat Peña" userId="3defb099-ff23-4584-b745-8a3a155c0df2" providerId="ADAL" clId="{3536A107-5510-4B60-B596-B4B84B1B9D1D}" dt="2026-07-30T18:08:49.180" v="21" actId="27636"/>
        <pc:sldMkLst>
          <pc:docMk/>
          <pc:sldMk cId="1884701912" sldId="2147473243"/>
        </pc:sldMkLst>
        <pc:spChg chg="mod">
          <ac:chgData name="Kimberly Lat Peña" userId="3defb099-ff23-4584-b745-8a3a155c0df2" providerId="ADAL" clId="{3536A107-5510-4B60-B596-B4B84B1B9D1D}" dt="2026-07-30T18:08:49.180" v="21" actId="27636"/>
          <ac:spMkLst>
            <pc:docMk/>
            <pc:sldMk cId="1884701912" sldId="2147473243"/>
            <ac:spMk id="7" creationId="{F764772D-1BB5-832A-E2B4-0DA43D8F1E05}"/>
          </ac:spMkLst>
        </pc:spChg>
      </pc:sldChg>
    </pc:docChg>
  </pc:docChgLst>
  <pc:docChgLst>
    <pc:chgData name="Kimberly Lat Peña" userId="S::kim@productside.com::3defb099-ff23-4584-b745-8a3a155c0df2" providerId="AD" clId="Web-{327A0D68-5308-5DE2-B6CD-6869CDA7AD20}"/>
    <pc:docChg chg="delSld modSld modSection">
      <pc:chgData name="Kimberly Lat Peña" userId="S::kim@productside.com::3defb099-ff23-4584-b745-8a3a155c0df2" providerId="AD" clId="Web-{327A0D68-5308-5DE2-B6CD-6869CDA7AD20}" dt="2026-07-30T18:10:06.931" v="16" actId="20577"/>
      <pc:docMkLst>
        <pc:docMk/>
      </pc:docMkLst>
      <pc:sldChg chg="modSp">
        <pc:chgData name="Kimberly Lat Peña" userId="S::kim@productside.com::3defb099-ff23-4584-b745-8a3a155c0df2" providerId="AD" clId="Web-{327A0D68-5308-5DE2-B6CD-6869CDA7AD20}" dt="2026-07-30T18:10:06.931" v="16" actId="20577"/>
        <pc:sldMkLst>
          <pc:docMk/>
          <pc:sldMk cId="1988815143" sldId="2146848165"/>
        </pc:sldMkLst>
        <pc:spChg chg="mod">
          <ac:chgData name="Kimberly Lat Peña" userId="S::kim@productside.com::3defb099-ff23-4584-b745-8a3a155c0df2" providerId="AD" clId="Web-{327A0D68-5308-5DE2-B6CD-6869CDA7AD20}" dt="2026-07-30T18:10:06.931" v="16" actId="20577"/>
          <ac:spMkLst>
            <pc:docMk/>
            <pc:sldMk cId="1988815143" sldId="2146848165"/>
            <ac:spMk id="17" creationId="{CB5C2339-5D8F-8BEC-53E9-4A40E8571E17}"/>
          </ac:spMkLst>
        </pc:spChg>
      </pc:sldChg>
    </pc:docChg>
  </pc:docChgLst>
  <pc:docChgLst>
    <pc:chgData name="Kimberly Lat Peña" userId="S::kim@productside.com::3defb099-ff23-4584-b745-8a3a155c0df2" providerId="AD" clId="Web-{0CEFB16F-6AAA-B5D3-C036-0A3281D4D91C}"/>
    <pc:docChg chg="modSld">
      <pc:chgData name="Kimberly Lat Peña" userId="S::kim@productside.com::3defb099-ff23-4584-b745-8a3a155c0df2" providerId="AD" clId="Web-{0CEFB16F-6AAA-B5D3-C036-0A3281D4D91C}" dt="2026-07-24T18:12:45.575" v="0" actId="20577"/>
      <pc:docMkLst>
        <pc:docMk/>
      </pc:docMkLst>
      <pc:sldChg chg="modSp">
        <pc:chgData name="Kimberly Lat Peña" userId="S::kim@productside.com::3defb099-ff23-4584-b745-8a3a155c0df2" providerId="AD" clId="Web-{0CEFB16F-6AAA-B5D3-C036-0A3281D4D91C}" dt="2026-07-24T18:12:45.575" v="0" actId="20577"/>
        <pc:sldMkLst>
          <pc:docMk/>
          <pc:sldMk cId="1988815143" sldId="2146848165"/>
        </pc:sldMkLst>
        <pc:spChg chg="mod">
          <ac:chgData name="Kimberly Lat Peña" userId="S::kim@productside.com::3defb099-ff23-4584-b745-8a3a155c0df2" providerId="AD" clId="Web-{0CEFB16F-6AAA-B5D3-C036-0A3281D4D91C}" dt="2026-07-24T18:12:45.575" v="0" actId="20577"/>
          <ac:spMkLst>
            <pc:docMk/>
            <pc:sldMk cId="1988815143" sldId="2146848165"/>
            <ac:spMk id="6" creationId="{AFF74EF2-5392-52EF-750D-D91C2428AC5E}"/>
          </ac:spMkLst>
        </pc:spChg>
      </pc:sldChg>
    </pc:docChg>
  </pc:docChgLst>
  <pc:docChgLst>
    <pc:chgData name="Kimberly Lat Peña" userId="S::kim@productside.com::3defb099-ff23-4584-b745-8a3a155c0df2" providerId="AD" clId="Web-{14C0C09F-0128-A082-6CE9-DB83B727C2FF}"/>
    <pc:docChg chg="modSld">
      <pc:chgData name="Kimberly Lat Peña" userId="S::kim@productside.com::3defb099-ff23-4584-b745-8a3a155c0df2" providerId="AD" clId="Web-{14C0C09F-0128-A082-6CE9-DB83B727C2FF}" dt="2026-08-06T17:46:49.758" v="17"/>
      <pc:docMkLst>
        <pc:docMk/>
      </pc:docMkLst>
      <pc:sldChg chg="modSp">
        <pc:chgData name="Kimberly Lat Peña" userId="S::kim@productside.com::3defb099-ff23-4584-b745-8a3a155c0df2" providerId="AD" clId="Web-{14C0C09F-0128-A082-6CE9-DB83B727C2FF}" dt="2026-08-06T17:44:49.095" v="13" actId="20577"/>
        <pc:sldMkLst>
          <pc:docMk/>
          <pc:sldMk cId="1988815143" sldId="2146848165"/>
        </pc:sldMkLst>
        <pc:spChg chg="mod">
          <ac:chgData name="Kimberly Lat Peña" userId="S::kim@productside.com::3defb099-ff23-4584-b745-8a3a155c0df2" providerId="AD" clId="Web-{14C0C09F-0128-A082-6CE9-DB83B727C2FF}" dt="2026-08-06T17:44:49.095" v="13" actId="20577"/>
          <ac:spMkLst>
            <pc:docMk/>
            <pc:sldMk cId="1988815143" sldId="2146848165"/>
            <ac:spMk id="6" creationId="{AFF74EF2-5392-52EF-750D-D91C2428AC5E}"/>
          </ac:spMkLst>
        </pc:spChg>
        <pc:spChg chg="mod">
          <ac:chgData name="Kimberly Lat Peña" userId="S::kim@productside.com::3defb099-ff23-4584-b745-8a3a155c0df2" providerId="AD" clId="Web-{14C0C09F-0128-A082-6CE9-DB83B727C2FF}" dt="2026-08-06T17:44:44.266" v="12" actId="20577"/>
          <ac:spMkLst>
            <pc:docMk/>
            <pc:sldMk cId="1988815143" sldId="2146848165"/>
            <ac:spMk id="8" creationId="{680E5D61-F382-0C67-B8E1-EA437E11E495}"/>
          </ac:spMkLst>
        </pc:spChg>
      </pc:sldChg>
      <pc:sldChg chg="addSp delSp modSp">
        <pc:chgData name="Kimberly Lat Peña" userId="S::kim@productside.com::3defb099-ff23-4584-b745-8a3a155c0df2" providerId="AD" clId="Web-{14C0C09F-0128-A082-6CE9-DB83B727C2FF}" dt="2026-08-06T17:46:49.758" v="17"/>
        <pc:sldMkLst>
          <pc:docMk/>
          <pc:sldMk cId="2015563783" sldId="2147473198"/>
        </pc:sldMkLst>
        <pc:spChg chg="del">
          <ac:chgData name="Kimberly Lat Peña" userId="S::kim@productside.com::3defb099-ff23-4584-b745-8a3a155c0df2" providerId="AD" clId="Web-{14C0C09F-0128-A082-6CE9-DB83B727C2FF}" dt="2026-08-06T17:46:47.711" v="15"/>
          <ac:spMkLst>
            <pc:docMk/>
            <pc:sldMk cId="2015563783" sldId="2147473198"/>
            <ac:spMk id="3" creationId="{EFCA7F06-822A-FB56-5FF0-AE0FB3CD5A02}"/>
          </ac:spMkLst>
        </pc:spChg>
        <pc:spChg chg="add mod">
          <ac:chgData name="Kimberly Lat Peña" userId="S::kim@productside.com::3defb099-ff23-4584-b745-8a3a155c0df2" providerId="AD" clId="Web-{14C0C09F-0128-A082-6CE9-DB83B727C2FF}" dt="2026-08-06T17:46:49.743" v="16"/>
          <ac:spMkLst>
            <pc:docMk/>
            <pc:sldMk cId="2015563783" sldId="2147473198"/>
            <ac:spMk id="4" creationId="{DDFD1727-16C4-4C77-0EAF-E82858CD281A}"/>
          </ac:spMkLst>
        </pc:spChg>
        <pc:spChg chg="del">
          <ac:chgData name="Kimberly Lat Peña" userId="S::kim@productside.com::3defb099-ff23-4584-b745-8a3a155c0df2" providerId="AD" clId="Web-{14C0C09F-0128-A082-6CE9-DB83B727C2FF}" dt="2026-08-06T17:46:47.711" v="14"/>
          <ac:spMkLst>
            <pc:docMk/>
            <pc:sldMk cId="2015563783" sldId="2147473198"/>
            <ac:spMk id="5" creationId="{BEE17D99-401C-C9AF-232B-A78CEA6AF29B}"/>
          </ac:spMkLst>
        </pc:spChg>
        <pc:spChg chg="add mod">
          <ac:chgData name="Kimberly Lat Peña" userId="S::kim@productside.com::3defb099-ff23-4584-b745-8a3a155c0df2" providerId="AD" clId="Web-{14C0C09F-0128-A082-6CE9-DB83B727C2FF}" dt="2026-08-06T17:46:49.758" v="17"/>
          <ac:spMkLst>
            <pc:docMk/>
            <pc:sldMk cId="2015563783" sldId="2147473198"/>
            <ac:spMk id="7" creationId="{1904F519-D0D1-DD64-A8D0-5D9A35A60E3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D8163E-F3EC-9A4A-8B67-AC6E26DEA20C}"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5B55A-53B6-F24C-9A7A-AB2BC7344046}" type="slidenum">
              <a:rPr lang="en-US" smtClean="0"/>
              <a:t>‹#›</a:t>
            </a:fld>
            <a:endParaRPr lang="en-US"/>
          </a:p>
        </p:txBody>
      </p:sp>
    </p:spTree>
    <p:extLst>
      <p:ext uri="{BB962C8B-B14F-4D97-AF65-F5344CB8AC3E}">
        <p14:creationId xmlns:p14="http://schemas.microsoft.com/office/powerpoint/2010/main" val="1830898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productside.com/courses/optimal-product-management-opm-ip-chi-081826/"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75B55A-53B6-F24C-9A7A-AB2BC7344046}" type="slidenum">
              <a:rPr lang="en-US" smtClean="0"/>
              <a:t>1</a:t>
            </a:fld>
            <a:endParaRPr lang="en-US"/>
          </a:p>
        </p:txBody>
      </p:sp>
    </p:spTree>
    <p:extLst>
      <p:ext uri="{BB962C8B-B14F-4D97-AF65-F5344CB8AC3E}">
        <p14:creationId xmlns:p14="http://schemas.microsoft.com/office/powerpoint/2010/main" val="1972547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8CB0-0D91-8F48-F76D-ECBA43A06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40A94-3CA4-7D85-2D4F-17B67AB60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BF284-5A41-CB16-9DA1-40E11AE26E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185A93-4187-3A51-A6A6-D0A9D97F73EB}"/>
              </a:ext>
            </a:extLst>
          </p:cNvPr>
          <p:cNvSpPr>
            <a:spLocks noGrp="1"/>
          </p:cNvSpPr>
          <p:nvPr>
            <p:ph type="sldNum" sz="quarter" idx="5"/>
          </p:nvPr>
        </p:nvSpPr>
        <p:spPr/>
        <p:txBody>
          <a:bodyPr/>
          <a:lstStyle/>
          <a:p>
            <a:fld id="{DC75B55A-53B6-F24C-9A7A-AB2BC7344046}" type="slidenum">
              <a:rPr lang="en-US" smtClean="0"/>
              <a:t>2</a:t>
            </a:fld>
            <a:endParaRPr lang="en-US"/>
          </a:p>
        </p:txBody>
      </p:sp>
    </p:spTree>
    <p:extLst>
      <p:ext uri="{BB962C8B-B14F-4D97-AF65-F5344CB8AC3E}">
        <p14:creationId xmlns:p14="http://schemas.microsoft.com/office/powerpoint/2010/main" val="2727834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75B55A-53B6-F24C-9A7A-AB2BC7344046}" type="slidenum">
              <a:rPr lang="en-US" smtClean="0"/>
              <a:t>3</a:t>
            </a:fld>
            <a:endParaRPr lang="en-US"/>
          </a:p>
        </p:txBody>
      </p:sp>
    </p:spTree>
    <p:extLst>
      <p:ext uri="{BB962C8B-B14F-4D97-AF65-F5344CB8AC3E}">
        <p14:creationId xmlns:p14="http://schemas.microsoft.com/office/powerpoint/2010/main" val="461547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by welcoming you and introducing </a:t>
            </a:r>
            <a:r>
              <a:rPr lang="en-US" err="1"/>
              <a:t>Productside</a:t>
            </a:r>
            <a:r>
              <a:rPr lang="en-US"/>
              <a:t>, the team behind today’s webinar.</a:t>
            </a:r>
          </a:p>
          <a:p>
            <a:endParaRPr lang="en-US"/>
          </a:p>
          <a:p>
            <a:r>
              <a:rPr lang="en-US"/>
              <a:t>At </a:t>
            </a:r>
            <a:r>
              <a:rPr lang="en-US" err="1"/>
              <a:t>Productside</a:t>
            </a:r>
            <a:r>
              <a:rPr lang="en-US"/>
              <a:t>, we know how hard it can be to deliver products people not only use but truly love. Whether it’s aligning stakeholders, predicting customer needs, or managing endless backlogs, we’ve seen it all.</a:t>
            </a:r>
          </a:p>
          <a:p>
            <a:endParaRPr lang="en-US"/>
          </a:p>
          <a:p>
            <a:r>
              <a:rPr lang="en-US"/>
              <a:t>That’s why we’re here—to be your outcome-driven product partner. We don’t just provide solutions; we tailor them to your unique challenges:</a:t>
            </a:r>
          </a:p>
          <a:p>
            <a:pPr marL="171450" indent="-171450">
              <a:buFont typeface="Arial,Sans-Serif"/>
              <a:buChar char="•"/>
            </a:pPr>
            <a:r>
              <a:rPr lang="en-US" b="1"/>
              <a:t>Complete solutions for transformation</a:t>
            </a:r>
            <a:r>
              <a:rPr lang="en-US"/>
              <a:t>: From strategy to execution, we’re with you every step of the way.</a:t>
            </a:r>
          </a:p>
          <a:p>
            <a:pPr marL="171450" indent="-171450">
              <a:buFont typeface="Arial,Sans-Serif"/>
              <a:buChar char="•"/>
            </a:pPr>
            <a:r>
              <a:rPr lang="en-US" b="1"/>
              <a:t>Tailored expertise</a:t>
            </a:r>
            <a:r>
              <a:rPr lang="en-US"/>
              <a:t>: Your challenges are unique, and so are our solutions.</a:t>
            </a:r>
          </a:p>
          <a:p>
            <a:pPr marL="171450" indent="-171450">
              <a:buFont typeface="Arial,Sans-Serif"/>
              <a:buChar char="•"/>
            </a:pPr>
            <a:r>
              <a:rPr lang="en-US" b="1"/>
              <a:t>Invested experts</a:t>
            </a:r>
            <a:r>
              <a:rPr lang="en-US"/>
              <a:t>: Consider us an extension of your team, obsessed with your success.</a:t>
            </a:r>
          </a:p>
          <a:p>
            <a:pPr marL="171450" indent="-171450">
              <a:buFont typeface="Arial,Sans-Serif"/>
              <a:buChar char="•"/>
            </a:pPr>
            <a:endParaRPr lang="en-US"/>
          </a:p>
          <a:p>
            <a:r>
              <a:rPr lang="en-US"/>
              <a:t>We’re thrilled to have you with us today. Let’s dive in and help your product team thrive!</a:t>
            </a:r>
          </a:p>
          <a:p>
            <a:endParaRPr lang="en-US"/>
          </a:p>
          <a:p>
            <a:endParaRPr lang="en-US"/>
          </a:p>
          <a:p>
            <a:endParaRPr lang="en-US"/>
          </a:p>
          <a:p>
            <a:pPr marL="0" indent="0">
              <a:buFontTx/>
              <a:buNone/>
            </a:pPr>
            <a:endParaRPr lang="en-US">
              <a:ea typeface="Calibri"/>
              <a:cs typeface="Calibri"/>
            </a:endParaRPr>
          </a:p>
        </p:txBody>
      </p:sp>
      <p:sp>
        <p:nvSpPr>
          <p:cNvPr id="4" name="Slide Number Placeholder 3"/>
          <p:cNvSpPr>
            <a:spLocks noGrp="1"/>
          </p:cNvSpPr>
          <p:nvPr>
            <p:ph type="sldNum" sz="quarter" idx="5"/>
          </p:nvPr>
        </p:nvSpPr>
        <p:spPr/>
        <p:txBody>
          <a:bodyPr/>
          <a:lstStyle/>
          <a:p>
            <a:fld id="{DC75B55A-53B6-F24C-9A7A-AB2BC7344046}" type="slidenum">
              <a:rPr lang="en-US" smtClean="0"/>
              <a:t>4</a:t>
            </a:fld>
            <a:endParaRPr lang="en-US"/>
          </a:p>
        </p:txBody>
      </p:sp>
    </p:spTree>
    <p:extLst>
      <p:ext uri="{BB962C8B-B14F-4D97-AF65-F5344CB8AC3E}">
        <p14:creationId xmlns:p14="http://schemas.microsoft.com/office/powerpoint/2010/main" val="2620784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21212"/>
                </a:solidFill>
              </a:rPr>
              <a:t>Before we dive in, let’s talk about how we’ll keep this session interactive.</a:t>
            </a:r>
          </a:p>
          <a:p>
            <a:endParaRPr lang="en-US">
              <a:solidFill>
                <a:srgbClr val="121212"/>
              </a:solidFill>
            </a:endParaRPr>
          </a:p>
          <a:p>
            <a:r>
              <a:rPr lang="en-US">
                <a:solidFill>
                  <a:srgbClr val="121212"/>
                </a:solidFill>
              </a:rPr>
              <a:t>First, we always get this question: </a:t>
            </a:r>
            <a:r>
              <a:rPr lang="en-US" i="1">
                <a:solidFill>
                  <a:srgbClr val="121212"/>
                </a:solidFill>
              </a:rPr>
              <a:t>‘Can I watch the recording later?’</a:t>
            </a:r>
            <a:r>
              <a:rPr lang="en-US">
                <a:solidFill>
                  <a:srgbClr val="121212"/>
                </a:solidFill>
              </a:rPr>
              <a:t> The answer is absolutely YES. We’ll send you a link to the recording after the webinar ends.</a:t>
            </a:r>
          </a:p>
          <a:p>
            <a:endParaRPr lang="en-US">
              <a:solidFill>
                <a:srgbClr val="121212"/>
              </a:solidFill>
            </a:endParaRPr>
          </a:p>
          <a:p>
            <a:r>
              <a:rPr lang="en-US">
                <a:solidFill>
                  <a:srgbClr val="121212"/>
                </a:solidFill>
              </a:rPr>
              <a:t>Now, during the session, we want to hear from you. You can use the </a:t>
            </a:r>
            <a:r>
              <a:rPr lang="en-US" b="1">
                <a:solidFill>
                  <a:srgbClr val="121212"/>
                </a:solidFill>
              </a:rPr>
              <a:t>Q&amp;A feature</a:t>
            </a:r>
            <a:r>
              <a:rPr lang="en-US">
                <a:solidFill>
                  <a:srgbClr val="121212"/>
                </a:solidFill>
              </a:rPr>
              <a:t> to ask questions, which I’ll be monitoring throughout. Don’t feel like you have to wait until the end to speak up—ask questions live as we go! We love engaging with you in real-time.</a:t>
            </a:r>
          </a:p>
          <a:p>
            <a:endParaRPr lang="en-US">
              <a:solidFill>
                <a:srgbClr val="121212"/>
              </a:solidFill>
            </a:endParaRPr>
          </a:p>
          <a:p>
            <a:r>
              <a:rPr lang="en-US">
                <a:solidFill>
                  <a:srgbClr val="121212"/>
                </a:solidFill>
              </a:rPr>
              <a:t>And don’t stop there! Use the </a:t>
            </a:r>
            <a:r>
              <a:rPr lang="en-US" b="1">
                <a:solidFill>
                  <a:srgbClr val="121212"/>
                </a:solidFill>
              </a:rPr>
              <a:t>chat</a:t>
            </a:r>
            <a:r>
              <a:rPr lang="en-US">
                <a:solidFill>
                  <a:srgbClr val="121212"/>
                </a:solidFill>
              </a:rPr>
              <a:t> feature to connect with your fellow product managers. Ask your colleagues questions, share your own experiences, or just cheer each other on. The chat is a space for you to learn from each other as much as from us.</a:t>
            </a:r>
          </a:p>
          <a:p>
            <a:endParaRPr lang="en-US">
              <a:solidFill>
                <a:srgbClr val="121212"/>
              </a:solidFill>
            </a:endParaRPr>
          </a:p>
          <a:p>
            <a:r>
              <a:rPr lang="en-US">
                <a:solidFill>
                  <a:srgbClr val="121212"/>
                </a:solidFill>
              </a:rPr>
              <a:t>So let’s keep the energy up, and don’t hold back—this is your time to get the most out of today’s session!</a:t>
            </a:r>
          </a:p>
          <a:p>
            <a:endParaRPr lang="en-US">
              <a:solidFill>
                <a:srgbClr val="121212"/>
              </a:solidFill>
            </a:endParaRPr>
          </a:p>
          <a:p>
            <a:endParaRPr lang="en-US">
              <a:solidFill>
                <a:srgbClr val="121212"/>
              </a:solidFill>
            </a:endParaRPr>
          </a:p>
          <a:p>
            <a:endParaRPr lang="en-US">
              <a:solidFill>
                <a:srgbClr val="121212"/>
              </a:solidFill>
            </a:endParaRPr>
          </a:p>
          <a:p>
            <a:endParaRPr lang="en-US">
              <a:solidFill>
                <a:srgbClr val="121212"/>
              </a:solidFill>
              <a:effectLst/>
              <a:latin typeface="Helvetica" pitchFamily="2" charset="0"/>
              <a:cs typeface="Helvetica"/>
            </a:endParaRPr>
          </a:p>
        </p:txBody>
      </p:sp>
      <p:sp>
        <p:nvSpPr>
          <p:cNvPr id="4" name="Slide Number Placeholder 3"/>
          <p:cNvSpPr>
            <a:spLocks noGrp="1"/>
          </p:cNvSpPr>
          <p:nvPr>
            <p:ph type="sldNum" sz="quarter" idx="5"/>
          </p:nvPr>
        </p:nvSpPr>
        <p:spPr/>
        <p:txBody>
          <a:bodyPr/>
          <a:lstStyle/>
          <a:p>
            <a:fld id="{DC75B55A-53B6-F24C-9A7A-AB2BC7344046}" type="slidenum">
              <a:rPr lang="en-US" smtClean="0"/>
              <a:t>5</a:t>
            </a:fld>
            <a:endParaRPr lang="en-US"/>
          </a:p>
        </p:txBody>
      </p:sp>
    </p:spTree>
    <p:extLst>
      <p:ext uri="{BB962C8B-B14F-4D97-AF65-F5344CB8AC3E}">
        <p14:creationId xmlns:p14="http://schemas.microsoft.com/office/powerpoint/2010/main" val="333348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21212"/>
                </a:solidFill>
              </a:rPr>
              <a:t>Before we dig into today’s topic, I want to take a moment to invite you to connect with us on LinkedIn.</a:t>
            </a:r>
          </a:p>
          <a:p>
            <a:endParaRPr lang="en-US">
              <a:solidFill>
                <a:srgbClr val="121212"/>
              </a:solidFill>
            </a:endParaRPr>
          </a:p>
          <a:p>
            <a:r>
              <a:rPr lang="en-US">
                <a:solidFill>
                  <a:srgbClr val="121212"/>
                </a:solidFill>
              </a:rPr>
              <a:t>Our LinkedIn page is more than just a place to follow us—it’s a community. When you join us, you’ll get access to:</a:t>
            </a:r>
          </a:p>
          <a:p>
            <a:pPr marL="171450" indent="-171450">
              <a:buFont typeface="Arial,Sans-Serif"/>
              <a:buChar char="•"/>
            </a:pPr>
            <a:r>
              <a:rPr lang="en-US">
                <a:solidFill>
                  <a:srgbClr val="121212"/>
                </a:solidFill>
              </a:rPr>
              <a:t>Leadership best practices that can inspire your own growth.</a:t>
            </a:r>
          </a:p>
          <a:p>
            <a:pPr marL="171450" indent="-171450">
              <a:buFont typeface="Arial,Sans-Serif"/>
              <a:buChar char="•"/>
            </a:pPr>
            <a:r>
              <a:rPr lang="en-US">
                <a:solidFill>
                  <a:srgbClr val="121212"/>
                </a:solidFill>
              </a:rPr>
              <a:t>Conversations about the critical role of product management and tips on making it more impactful.</a:t>
            </a:r>
          </a:p>
          <a:p>
            <a:pPr marL="171450" indent="-171450">
              <a:buFont typeface="Arial,Sans-Serif"/>
              <a:buChar char="•"/>
            </a:pPr>
            <a:r>
              <a:rPr lang="en-US">
                <a:solidFill>
                  <a:srgbClr val="121212"/>
                </a:solidFill>
              </a:rPr>
              <a:t>Opportunities to network with other professionals who share your challenges and goals.</a:t>
            </a:r>
          </a:p>
          <a:p>
            <a:pPr marL="171450" indent="-171450">
              <a:buFont typeface="Arial,Sans-Serif"/>
              <a:buChar char="•"/>
            </a:pPr>
            <a:endParaRPr lang="en-US">
              <a:solidFill>
                <a:srgbClr val="121212"/>
              </a:solidFill>
            </a:endParaRPr>
          </a:p>
          <a:p>
            <a:r>
              <a:rPr lang="en-US">
                <a:solidFill>
                  <a:srgbClr val="121212"/>
                </a:solidFill>
              </a:rPr>
              <a:t>You can either scan the QR code on the screen to join us instantly or visit the link provided.</a:t>
            </a:r>
          </a:p>
          <a:p>
            <a:endParaRPr lang="en-US">
              <a:solidFill>
                <a:srgbClr val="121212"/>
              </a:solidFill>
            </a:endParaRPr>
          </a:p>
          <a:p>
            <a:r>
              <a:rPr lang="en-US">
                <a:solidFill>
                  <a:srgbClr val="121212"/>
                </a:solidFill>
              </a:rPr>
              <a:t>We’d love to hear your thoughts, swap ideas, and keep the conversation going even after today’s session. Let’s continue building a stronger product management community together!</a:t>
            </a:r>
          </a:p>
          <a:p>
            <a:endParaRPr lang="en-US">
              <a:solidFill>
                <a:srgbClr val="121212"/>
              </a:solidFill>
            </a:endParaRPr>
          </a:p>
          <a:p>
            <a:endParaRPr lang="en-US">
              <a:solidFill>
                <a:srgbClr val="121212"/>
              </a:solidFill>
            </a:endParaRPr>
          </a:p>
          <a:p>
            <a:endParaRPr lang="en-US">
              <a:solidFill>
                <a:srgbClr val="121212"/>
              </a:solidFill>
            </a:endParaRPr>
          </a:p>
          <a:p>
            <a:endParaRPr lang="en-US">
              <a:solidFill>
                <a:srgbClr val="121212"/>
              </a:solidFill>
              <a:effectLst/>
              <a:latin typeface="Helvetica" pitchFamily="2" charset="0"/>
              <a:cs typeface="Helvetica"/>
            </a:endParaRPr>
          </a:p>
        </p:txBody>
      </p:sp>
      <p:sp>
        <p:nvSpPr>
          <p:cNvPr id="4" name="Slide Number Placeholder 3"/>
          <p:cNvSpPr>
            <a:spLocks noGrp="1"/>
          </p:cNvSpPr>
          <p:nvPr>
            <p:ph type="sldNum" sz="quarter" idx="5"/>
          </p:nvPr>
        </p:nvSpPr>
        <p:spPr/>
        <p:txBody>
          <a:bodyPr/>
          <a:lstStyle/>
          <a:p>
            <a:fld id="{DC75B55A-53B6-F24C-9A7A-AB2BC7344046}" type="slidenum">
              <a:rPr lang="en-US" smtClean="0"/>
              <a:t>6</a:t>
            </a:fld>
            <a:endParaRPr lang="en-US"/>
          </a:p>
        </p:txBody>
      </p:sp>
    </p:spTree>
    <p:extLst>
      <p:ext uri="{BB962C8B-B14F-4D97-AF65-F5344CB8AC3E}">
        <p14:creationId xmlns:p14="http://schemas.microsoft.com/office/powerpoint/2010/main" val="331173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2FEC-2D4A-658E-4499-34DBB0966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B44B4-88B5-8D3F-8519-C117D33C1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D30DB-D9D8-439A-A86D-EC43C4DD3DD4}"/>
              </a:ext>
            </a:extLst>
          </p:cNvPr>
          <p:cNvSpPr>
            <a:spLocks noGrp="1"/>
          </p:cNvSpPr>
          <p:nvPr>
            <p:ph type="body" idx="1"/>
          </p:nvPr>
        </p:nvSpPr>
        <p:spPr/>
        <p:txBody>
          <a:bodyPr/>
          <a:lstStyle/>
          <a:p>
            <a:endParaRPr lang="en-US">
              <a:solidFill>
                <a:srgbClr val="121212"/>
              </a:solidFill>
              <a:effectLst/>
              <a:latin typeface="Helvetica" pitchFamily="2" charset="0"/>
            </a:endParaRPr>
          </a:p>
        </p:txBody>
      </p:sp>
      <p:sp>
        <p:nvSpPr>
          <p:cNvPr id="4" name="Slide Number Placeholder 3">
            <a:extLst>
              <a:ext uri="{FF2B5EF4-FFF2-40B4-BE49-F238E27FC236}">
                <a16:creationId xmlns:a16="http://schemas.microsoft.com/office/drawing/2014/main" id="{4CDFFC68-1616-7E43-DE9B-98258BA287C4}"/>
              </a:ext>
            </a:extLst>
          </p:cNvPr>
          <p:cNvSpPr>
            <a:spLocks noGrp="1"/>
          </p:cNvSpPr>
          <p:nvPr>
            <p:ph type="sldNum" sz="quarter" idx="5"/>
          </p:nvPr>
        </p:nvSpPr>
        <p:spPr/>
        <p:txBody>
          <a:bodyPr/>
          <a:lstStyle/>
          <a:p>
            <a:fld id="{DC75B55A-53B6-F24C-9A7A-AB2BC7344046}" type="slidenum">
              <a:rPr lang="en-US" smtClean="0"/>
              <a:t>7</a:t>
            </a:fld>
            <a:endParaRPr lang="en-US"/>
          </a:p>
        </p:txBody>
      </p:sp>
    </p:spTree>
    <p:extLst>
      <p:ext uri="{BB962C8B-B14F-4D97-AF65-F5344CB8AC3E}">
        <p14:creationId xmlns:p14="http://schemas.microsoft.com/office/powerpoint/2010/main" val="1065251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75B55A-53B6-F24C-9A7A-AB2BC7344046}" type="slidenum">
              <a:rPr lang="en-US" smtClean="0"/>
              <a:t>20</a:t>
            </a:fld>
            <a:endParaRPr lang="en-US"/>
          </a:p>
        </p:txBody>
      </p:sp>
    </p:spTree>
    <p:extLst>
      <p:ext uri="{BB962C8B-B14F-4D97-AF65-F5344CB8AC3E}">
        <p14:creationId xmlns:p14="http://schemas.microsoft.com/office/powerpoint/2010/main" val="287415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6FFC7-1C1E-0BCE-0E6E-72BCC486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AB8ED-3B55-2F99-58A4-BCA089E4D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1DD10-D6A8-00A6-C14C-465CFB43DD77}"/>
              </a:ext>
            </a:extLst>
          </p:cNvPr>
          <p:cNvSpPr>
            <a:spLocks noGrp="1"/>
          </p:cNvSpPr>
          <p:nvPr>
            <p:ph type="body" idx="1"/>
          </p:nvPr>
        </p:nvSpPr>
        <p:spPr/>
        <p:txBody>
          <a:bodyPr/>
          <a:lstStyle/>
          <a:p>
            <a:r>
              <a:rPr lang="en-US"/>
              <a:t>OPM in Person - Chicago</a:t>
            </a:r>
          </a:p>
          <a:p>
            <a:r>
              <a:rPr lang="en-US">
                <a:hlinkClick r:id="rId3"/>
              </a:rPr>
              <a:t>https://productside.com/courses/optimal-product-management-opm-ip-chi-081826/</a:t>
            </a:r>
            <a:br>
              <a:rPr lang="en-US">
                <a:ea typeface="Calibri"/>
                <a:cs typeface="+mn-lt"/>
              </a:rPr>
            </a:br>
            <a:br>
              <a:rPr lang="en-US">
                <a:ea typeface="Calibri"/>
                <a:cs typeface="+mn-lt"/>
              </a:rPr>
            </a:br>
            <a:endParaRPr lang="en-US"/>
          </a:p>
        </p:txBody>
      </p:sp>
      <p:sp>
        <p:nvSpPr>
          <p:cNvPr id="4" name="Slide Number Placeholder 3">
            <a:extLst>
              <a:ext uri="{FF2B5EF4-FFF2-40B4-BE49-F238E27FC236}">
                <a16:creationId xmlns:a16="http://schemas.microsoft.com/office/drawing/2014/main" id="{B79BFD08-D302-D3F5-6692-4E7EA655D736}"/>
              </a:ext>
            </a:extLst>
          </p:cNvPr>
          <p:cNvSpPr>
            <a:spLocks noGrp="1"/>
          </p:cNvSpPr>
          <p:nvPr>
            <p:ph type="sldNum" sz="quarter" idx="5"/>
          </p:nvPr>
        </p:nvSpPr>
        <p:spPr/>
        <p:txBody>
          <a:bodyPr/>
          <a:lstStyle/>
          <a:p>
            <a:fld id="{DC75B55A-53B6-F24C-9A7A-AB2BC7344046}" type="slidenum">
              <a:rPr lang="en-US" smtClean="0"/>
              <a:t>21</a:t>
            </a:fld>
            <a:endParaRPr lang="en-US"/>
          </a:p>
        </p:txBody>
      </p:sp>
    </p:spTree>
    <p:extLst>
      <p:ext uri="{BB962C8B-B14F-4D97-AF65-F5344CB8AC3E}">
        <p14:creationId xmlns:p14="http://schemas.microsoft.com/office/powerpoint/2010/main" val="3632141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Navigating the Changing Role of the PM: More Human, Not Less</a:t>
            </a:r>
            <a:br>
              <a:rPr lang="en-US"/>
            </a:br>
            <a:r>
              <a:rPr lang="en-US"/>
              <a:t>https://productside.com/webinar/navigating-the-changing-role-of-the-pm/</a:t>
            </a:r>
          </a:p>
        </p:txBody>
      </p:sp>
      <p:sp>
        <p:nvSpPr>
          <p:cNvPr id="4" name="Slide Number Placeholder 3"/>
          <p:cNvSpPr>
            <a:spLocks noGrp="1"/>
          </p:cNvSpPr>
          <p:nvPr>
            <p:ph type="sldNum" sz="quarter" idx="5"/>
          </p:nvPr>
        </p:nvSpPr>
        <p:spPr/>
        <p:txBody>
          <a:bodyPr/>
          <a:lstStyle/>
          <a:p>
            <a:fld id="{DC75B55A-53B6-F24C-9A7A-AB2BC7344046}" type="slidenum">
              <a:rPr lang="en-US" smtClean="0"/>
              <a:t>22</a:t>
            </a:fld>
            <a:endParaRPr lang="en-US"/>
          </a:p>
        </p:txBody>
      </p:sp>
    </p:spTree>
    <p:extLst>
      <p:ext uri="{BB962C8B-B14F-4D97-AF65-F5344CB8AC3E}">
        <p14:creationId xmlns:p14="http://schemas.microsoft.com/office/powerpoint/2010/main" val="2049690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CD8B-7796-6906-A454-AA4076A1E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71F35-C62F-30B8-0E06-10AA2A5B4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00199-1248-23FB-1F22-FCC9B01248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98DAE5-498E-A466-F7FA-80217009835F}"/>
              </a:ext>
            </a:extLst>
          </p:cNvPr>
          <p:cNvSpPr>
            <a:spLocks noGrp="1"/>
          </p:cNvSpPr>
          <p:nvPr>
            <p:ph type="sldNum" sz="quarter" idx="5"/>
          </p:nvPr>
        </p:nvSpPr>
        <p:spPr/>
        <p:txBody>
          <a:bodyPr/>
          <a:lstStyle/>
          <a:p>
            <a:fld id="{DC75B55A-53B6-F24C-9A7A-AB2BC7344046}" type="slidenum">
              <a:rPr lang="en-US" smtClean="0"/>
              <a:t>23</a:t>
            </a:fld>
            <a:endParaRPr lang="en-US"/>
          </a:p>
        </p:txBody>
      </p:sp>
    </p:spTree>
    <p:extLst>
      <p:ext uri="{BB962C8B-B14F-4D97-AF65-F5344CB8AC3E}">
        <p14:creationId xmlns:p14="http://schemas.microsoft.com/office/powerpoint/2010/main" val="2845910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75B55A-53B6-F24C-9A7A-AB2BC7344046}" type="slidenum">
              <a:rPr lang="en-US" smtClean="0"/>
              <a:t>25</a:t>
            </a:fld>
            <a:endParaRPr lang="en-US"/>
          </a:p>
        </p:txBody>
      </p:sp>
    </p:spTree>
    <p:extLst>
      <p:ext uri="{BB962C8B-B14F-4D97-AF65-F5344CB8AC3E}">
        <p14:creationId xmlns:p14="http://schemas.microsoft.com/office/powerpoint/2010/main" val="422216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the280group" TargetMode="External"/><Relationship Id="rId3" Type="http://schemas.openxmlformats.org/officeDocument/2006/relationships/image" Target="../media/image1.png"/><Relationship Id="rId4" Type="http://schemas.openxmlformats.org/officeDocument/2006/relationships/hyperlink" Target="https://www.instagram.com/280group" TargetMode="External"/><Relationship Id="rId5" Type="http://schemas.openxmlformats.org/officeDocument/2006/relationships/image" Target="../media/image2.png"/><Relationship Id="rId6" Type="http://schemas.openxmlformats.org/officeDocument/2006/relationships/hyperlink" Target="https://twitter.com/the280group" TargetMode="External"/><Relationship Id="rId7" Type="http://schemas.openxmlformats.org/officeDocument/2006/relationships/image" Target="../media/image3.png"/><Relationship Id="rId8" Type="http://schemas.openxmlformats.org/officeDocument/2006/relationships/hyperlink" Target="https://www.youtube.com/channel/UCP6-ps848wMvL9658yhRelA" TargetMode="External"/><Relationship Id="rId9" Type="http://schemas.openxmlformats.org/officeDocument/2006/relationships/image" Target="../media/image4.png"/><Relationship Id="rId10" Type="http://schemas.openxmlformats.org/officeDocument/2006/relationships/hyperlink" Target="https://www.linkedin.com/company/393181/admin/" TargetMode="External"/><Relationship Id="rId11"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the280group" TargetMode="External"/><Relationship Id="rId3" Type="http://schemas.openxmlformats.org/officeDocument/2006/relationships/image" Target="../media/image1.png"/><Relationship Id="rId4" Type="http://schemas.openxmlformats.org/officeDocument/2006/relationships/hyperlink" Target="https://www.instagram.com/280group" TargetMode="External"/><Relationship Id="rId5" Type="http://schemas.openxmlformats.org/officeDocument/2006/relationships/image" Target="../media/image2.png"/><Relationship Id="rId6" Type="http://schemas.openxmlformats.org/officeDocument/2006/relationships/hyperlink" Target="https://twitter.com/the280group" TargetMode="External"/><Relationship Id="rId7" Type="http://schemas.openxmlformats.org/officeDocument/2006/relationships/image" Target="../media/image3.png"/><Relationship Id="rId8" Type="http://schemas.openxmlformats.org/officeDocument/2006/relationships/hyperlink" Target="https://www.youtube.com/channel/UCP6-ps848wMvL9658yhRelA" TargetMode="External"/><Relationship Id="rId9" Type="http://schemas.openxmlformats.org/officeDocument/2006/relationships/image" Target="../media/image4.png"/><Relationship Id="rId10" Type="http://schemas.openxmlformats.org/officeDocument/2006/relationships/hyperlink" Target="https://www.linkedin.com/company/393181/admin/" TargetMode="External"/><Relationship Id="rId11"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 Id="rId3"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 Id="rId3" Type="http://schemas.openxmlformats.org/officeDocument/2006/relationships/image" Target="../media/image11.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E48B27-4215-E1FF-5D6B-220AA3FD2BC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C557F163-5C75-7CA8-B104-D8C2146A5E93}"/>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371953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g Heading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AA6B2D-3E7F-C4F8-3744-E866BC20FACF}"/>
              </a:ext>
            </a:extLst>
          </p:cNvPr>
          <p:cNvSpPr>
            <a:spLocks noGrp="1"/>
          </p:cNvSpPr>
          <p:nvPr>
            <p:ph type="sldNum" sz="quarter" idx="12"/>
          </p:nvPr>
        </p:nvSpPr>
        <p:spPr/>
        <p:txBody>
          <a:bodyPr/>
          <a:lstStyle/>
          <a:p>
            <a:fld id="{C6E10DBF-A5B8-604C-8CA6-B077E5EF61A1}" type="slidenum">
              <a:rPr lang="en-US" smtClean="0"/>
              <a:pPr/>
              <a:t>‹#›</a:t>
            </a:fld>
            <a:endParaRPr lang="en-US"/>
          </a:p>
        </p:txBody>
      </p:sp>
      <p:sp>
        <p:nvSpPr>
          <p:cNvPr id="3" name="Title 2">
            <a:extLst>
              <a:ext uri="{FF2B5EF4-FFF2-40B4-BE49-F238E27FC236}">
                <a16:creationId xmlns:a16="http://schemas.microsoft.com/office/drawing/2014/main" id="{EF7409A9-609D-154D-C634-DE09AD981E56}"/>
              </a:ext>
            </a:extLst>
          </p:cNvPr>
          <p:cNvSpPr>
            <a:spLocks noGrp="1"/>
          </p:cNvSpPr>
          <p:nvPr>
            <p:ph type="title"/>
          </p:nvPr>
        </p:nvSpPr>
        <p:spPr>
          <a:xfrm>
            <a:off x="505998" y="1768854"/>
            <a:ext cx="8539527" cy="2447096"/>
          </a:xfrm>
        </p:spPr>
        <p:txBody>
          <a:bodyPr>
            <a:noAutofit/>
          </a:bodyPr>
          <a:lstStyle>
            <a:lvl1pPr>
              <a:defRPr sz="6600">
                <a:latin typeface="FR Kraken Slab Medium" panose="02060503010101010104" pitchFamily="18" charset="0"/>
              </a:defRPr>
            </a:lvl1pPr>
          </a:lstStyle>
          <a:p>
            <a:r>
              <a:rPr lang="en-US"/>
              <a:t>Click to edit Master title style</a:t>
            </a:r>
          </a:p>
        </p:txBody>
      </p:sp>
      <p:sp>
        <p:nvSpPr>
          <p:cNvPr id="4" name="Footer Placeholder 3">
            <a:extLst>
              <a:ext uri="{FF2B5EF4-FFF2-40B4-BE49-F238E27FC236}">
                <a16:creationId xmlns:a16="http://schemas.microsoft.com/office/drawing/2014/main" id="{C92019B0-B149-5794-A490-216E9C8A0786}"/>
              </a:ext>
            </a:extLst>
          </p:cNvPr>
          <p:cNvSpPr>
            <a:spLocks noGrp="1"/>
          </p:cNvSpPr>
          <p:nvPr>
            <p:ph type="ftr" sz="quarter" idx="13"/>
          </p:nvPr>
        </p:nvSpPr>
        <p:spPr/>
        <p:txBody>
          <a:bodyPr/>
          <a:lstStyle/>
          <a:p>
            <a:r>
              <a:rPr lang="en-US"/>
              <a:t>Webinar | Title | Date</a:t>
            </a:r>
          </a:p>
        </p:txBody>
      </p:sp>
    </p:spTree>
    <p:extLst>
      <p:ext uri="{BB962C8B-B14F-4D97-AF65-F5344CB8AC3E}">
        <p14:creationId xmlns:p14="http://schemas.microsoft.com/office/powerpoint/2010/main" val="81535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5853A7D-94AC-6EEC-CA10-6CA530D025DD}"/>
              </a:ext>
            </a:extLst>
          </p:cNvPr>
          <p:cNvSpPr>
            <a:spLocks noGrp="1"/>
          </p:cNvSpPr>
          <p:nvPr>
            <p:ph type="body" sz="quarter" idx="12" hasCustomPrompt="1"/>
          </p:nvPr>
        </p:nvSpPr>
        <p:spPr>
          <a:xfrm>
            <a:off x="394489" y="1363132"/>
            <a:ext cx="6978534" cy="4461405"/>
          </a:xfrm>
        </p:spPr>
        <p:txBody>
          <a:bodyPr>
            <a:normAutofit/>
          </a:bodyPr>
          <a:lstStyle>
            <a:lvl1pPr>
              <a:lnSpc>
                <a:spcPct val="150000"/>
              </a:lnSpc>
              <a:defRPr sz="2000" b="1"/>
            </a:lvl1pPr>
          </a:lstStyle>
          <a:p>
            <a:pPr lvl="0"/>
            <a:r>
              <a:rPr lang="en-US"/>
              <a:t>List item 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List item 2</a:t>
            </a:r>
          </a:p>
        </p:txBody>
      </p:sp>
      <p:sp>
        <p:nvSpPr>
          <p:cNvPr id="3" name="Slide Number Placeholder 2">
            <a:extLst>
              <a:ext uri="{FF2B5EF4-FFF2-40B4-BE49-F238E27FC236}">
                <a16:creationId xmlns:a16="http://schemas.microsoft.com/office/drawing/2014/main" id="{6D25EA88-B0D1-113F-B073-8C42C15CF2A6}"/>
              </a:ext>
            </a:extLst>
          </p:cNvPr>
          <p:cNvSpPr>
            <a:spLocks noGrp="1"/>
          </p:cNvSpPr>
          <p:nvPr>
            <p:ph type="sldNum" sz="quarter" idx="14"/>
          </p:nvPr>
        </p:nvSpPr>
        <p:spPr/>
        <p:txBody>
          <a:bodyPr/>
          <a:lstStyle/>
          <a:p>
            <a:fld id="{C6E10DBF-A5B8-604C-8CA6-B077E5EF61A1}" type="slidenum">
              <a:rPr lang="en-US" smtClean="0"/>
              <a:pPr/>
              <a:t>‹#›</a:t>
            </a:fld>
            <a:endParaRPr lang="en-US"/>
          </a:p>
        </p:txBody>
      </p:sp>
      <p:sp>
        <p:nvSpPr>
          <p:cNvPr id="5" name="Footer Placeholder 4">
            <a:extLst>
              <a:ext uri="{FF2B5EF4-FFF2-40B4-BE49-F238E27FC236}">
                <a16:creationId xmlns:a16="http://schemas.microsoft.com/office/drawing/2014/main" id="{079464DB-C020-4408-B2F0-0081F1CD7B44}"/>
              </a:ext>
            </a:extLst>
          </p:cNvPr>
          <p:cNvSpPr>
            <a:spLocks noGrp="1"/>
          </p:cNvSpPr>
          <p:nvPr>
            <p:ph type="ftr" sz="quarter" idx="15"/>
          </p:nvPr>
        </p:nvSpPr>
        <p:spPr/>
        <p:txBody>
          <a:bodyPr/>
          <a:lstStyle/>
          <a:p>
            <a:r>
              <a:rPr lang="en-US"/>
              <a:t>Webinar | Title | Date</a:t>
            </a:r>
          </a:p>
        </p:txBody>
      </p:sp>
    </p:spTree>
    <p:extLst>
      <p:ext uri="{BB962C8B-B14F-4D97-AF65-F5344CB8AC3E}">
        <p14:creationId xmlns:p14="http://schemas.microsoft.com/office/powerpoint/2010/main" val="2011159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p:txBody>
          <a:bodyPr>
            <a:noAutofit/>
          </a:bodyPr>
          <a:lstStyle>
            <a:lvl1pPr>
              <a:defRPr sz="3600"/>
            </a:lvl1pPr>
          </a:lstStyle>
          <a:p>
            <a:r>
              <a:rPr lang="en-US"/>
              <a:t>Click to edit Master title style</a:t>
            </a:r>
          </a:p>
        </p:txBody>
      </p:sp>
      <p:sp>
        <p:nvSpPr>
          <p:cNvPr id="4" name="Slide Number Placeholder 3">
            <a:extLst>
              <a:ext uri="{FF2B5EF4-FFF2-40B4-BE49-F238E27FC236}">
                <a16:creationId xmlns:a16="http://schemas.microsoft.com/office/drawing/2014/main" id="{0F0CC602-8A9A-810B-F7CB-224CCD67F1B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ED62EA11-8A86-5D56-B695-FC4E422C977C}"/>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161351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w Large tex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a:xfrm>
            <a:off x="394488" y="545804"/>
            <a:ext cx="11097979" cy="535531"/>
          </a:xfrm>
        </p:spPr>
        <p:txBody>
          <a:bodyPr>
            <a:noAutofit/>
          </a:bodyPr>
          <a:lstStyle>
            <a:lvl1pPr>
              <a:defRPr sz="3600" b="0"/>
            </a:lvl1pPr>
          </a:lstStyle>
          <a:p>
            <a:r>
              <a:rPr lang="en-US"/>
              <a:t>Click to edit Master title style</a:t>
            </a:r>
          </a:p>
        </p:txBody>
      </p:sp>
      <p:sp>
        <p:nvSpPr>
          <p:cNvPr id="5" name="Text Placeholder 4">
            <a:extLst>
              <a:ext uri="{FF2B5EF4-FFF2-40B4-BE49-F238E27FC236}">
                <a16:creationId xmlns:a16="http://schemas.microsoft.com/office/drawing/2014/main" id="{94863604-3372-61B6-3A23-381B0647D30F}"/>
              </a:ext>
            </a:extLst>
          </p:cNvPr>
          <p:cNvSpPr>
            <a:spLocks noGrp="1"/>
          </p:cNvSpPr>
          <p:nvPr>
            <p:ph type="body" sz="quarter" idx="13"/>
          </p:nvPr>
        </p:nvSpPr>
        <p:spPr>
          <a:xfrm>
            <a:off x="394488" y="1330749"/>
            <a:ext cx="11088110" cy="807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2A45E6D7-87B9-9D5E-5E77-9B307D67D81F}"/>
              </a:ext>
            </a:extLst>
          </p:cNvPr>
          <p:cNvSpPr>
            <a:spLocks noGrp="1"/>
          </p:cNvSpPr>
          <p:nvPr>
            <p:ph type="sldNum" sz="quarter" idx="15"/>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69A42681-7A09-0166-92E5-CB247351A5A5}"/>
              </a:ext>
            </a:extLst>
          </p:cNvPr>
          <p:cNvSpPr>
            <a:spLocks noGrp="1"/>
          </p:cNvSpPr>
          <p:nvPr>
            <p:ph type="ftr" sz="quarter" idx="16"/>
          </p:nvPr>
        </p:nvSpPr>
        <p:spPr/>
        <p:txBody>
          <a:bodyPr/>
          <a:lstStyle/>
          <a:p>
            <a:r>
              <a:rPr lang="en-US"/>
              <a:t>Webinar | Title | Date</a:t>
            </a:r>
          </a:p>
        </p:txBody>
      </p:sp>
    </p:spTree>
    <p:extLst>
      <p:ext uri="{BB962C8B-B14F-4D97-AF65-F5344CB8AC3E}">
        <p14:creationId xmlns:p14="http://schemas.microsoft.com/office/powerpoint/2010/main" val="125499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Low_TextRight">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57B1425D-567A-A6F8-D51F-EBEA890D210D}"/>
              </a:ext>
            </a:extLst>
          </p:cNvPr>
          <p:cNvSpPr>
            <a:spLocks noGrp="1"/>
          </p:cNvSpPr>
          <p:nvPr>
            <p:ph type="body" sz="quarter" idx="11" hasCustomPrompt="1"/>
          </p:nvPr>
        </p:nvSpPr>
        <p:spPr>
          <a:xfrm>
            <a:off x="394488" y="1941922"/>
            <a:ext cx="5701512" cy="4047624"/>
          </a:xfrm>
        </p:spPr>
        <p:txBody>
          <a:bodyPr>
            <a:noAutofit/>
          </a:bodyPr>
          <a:lstStyle>
            <a:lvl1pPr marL="0" indent="0">
              <a:lnSpc>
                <a:spcPct val="110000"/>
              </a:lnSpc>
              <a:spcBef>
                <a:spcPts val="1200"/>
              </a:spcBef>
              <a:spcAft>
                <a:spcPts val="0"/>
              </a:spcAft>
              <a:buNone/>
              <a:defRPr sz="16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pic>
        <p:nvPicPr>
          <p:cNvPr id="7" name="Picture 6" descr="A picture containing text, clipart&#10;&#10;Description automatically generated">
            <a:hlinkClick r:id="rId2"/>
            <a:extLst>
              <a:ext uri="{FF2B5EF4-FFF2-40B4-BE49-F238E27FC236}">
                <a16:creationId xmlns:a16="http://schemas.microsoft.com/office/drawing/2014/main" id="{95368DB5-1DA0-6110-D5AF-F49B0C0D1F5B}"/>
              </a:ext>
            </a:extLst>
          </p:cNvPr>
          <p:cNvPicPr>
            <a:picLocks noChangeAspect="1"/>
          </p:cNvPicPr>
          <p:nvPr userDrawn="1"/>
        </p:nvPicPr>
        <p:blipFill>
          <a:blip r:embed="rId3"/>
          <a:stretch>
            <a:fillRect/>
          </a:stretch>
        </p:blipFill>
        <p:spPr>
          <a:xfrm>
            <a:off x="610457" y="4997792"/>
            <a:ext cx="250858" cy="250858"/>
          </a:xfrm>
          <a:prstGeom prst="rect">
            <a:avLst/>
          </a:prstGeom>
        </p:spPr>
      </p:pic>
      <p:pic>
        <p:nvPicPr>
          <p:cNvPr id="12" name="Picture 11" descr="Icon&#10;&#10;Description automatically generated">
            <a:hlinkClick r:id="rId4"/>
            <a:extLst>
              <a:ext uri="{FF2B5EF4-FFF2-40B4-BE49-F238E27FC236}">
                <a16:creationId xmlns:a16="http://schemas.microsoft.com/office/drawing/2014/main" id="{4EC3CCFE-581E-E0E1-9F46-095E79F43EAA}"/>
              </a:ext>
            </a:extLst>
          </p:cNvPr>
          <p:cNvPicPr>
            <a:picLocks noChangeAspect="1"/>
          </p:cNvPicPr>
          <p:nvPr userDrawn="1"/>
        </p:nvPicPr>
        <p:blipFill>
          <a:blip r:embed="rId5"/>
          <a:stretch>
            <a:fillRect/>
          </a:stretch>
        </p:blipFill>
        <p:spPr>
          <a:xfrm>
            <a:off x="1954288" y="4997792"/>
            <a:ext cx="250858" cy="250858"/>
          </a:xfrm>
          <a:prstGeom prst="rect">
            <a:avLst/>
          </a:prstGeom>
        </p:spPr>
      </p:pic>
      <p:pic>
        <p:nvPicPr>
          <p:cNvPr id="13" name="Picture 12" descr="A picture containing ax, clipart&#10;&#10;Description automatically generated">
            <a:hlinkClick r:id="rId6"/>
            <a:extLst>
              <a:ext uri="{FF2B5EF4-FFF2-40B4-BE49-F238E27FC236}">
                <a16:creationId xmlns:a16="http://schemas.microsoft.com/office/drawing/2014/main" id="{2EDE8C6B-4592-F235-A75F-EEBB1D6C3D4D}"/>
              </a:ext>
            </a:extLst>
          </p:cNvPr>
          <p:cNvPicPr>
            <a:picLocks noChangeAspect="1"/>
          </p:cNvPicPr>
          <p:nvPr userDrawn="1"/>
        </p:nvPicPr>
        <p:blipFill>
          <a:blip r:embed="rId7"/>
          <a:stretch>
            <a:fillRect/>
          </a:stretch>
        </p:blipFill>
        <p:spPr>
          <a:xfrm>
            <a:off x="2465378" y="4997792"/>
            <a:ext cx="250858" cy="250858"/>
          </a:xfrm>
          <a:prstGeom prst="rect">
            <a:avLst/>
          </a:prstGeom>
        </p:spPr>
      </p:pic>
      <p:pic>
        <p:nvPicPr>
          <p:cNvPr id="14" name="Picture 13" descr="A picture containing text, clipart&#10;&#10;Description automatically generated">
            <a:hlinkClick r:id="rId8"/>
            <a:extLst>
              <a:ext uri="{FF2B5EF4-FFF2-40B4-BE49-F238E27FC236}">
                <a16:creationId xmlns:a16="http://schemas.microsoft.com/office/drawing/2014/main" id="{FEC6E513-756A-A5E4-46C7-8C35A610A0A5}"/>
              </a:ext>
            </a:extLst>
          </p:cNvPr>
          <p:cNvPicPr>
            <a:picLocks noChangeAspect="1"/>
          </p:cNvPicPr>
          <p:nvPr userDrawn="1"/>
        </p:nvPicPr>
        <p:blipFill>
          <a:blip r:embed="rId9"/>
          <a:stretch>
            <a:fillRect/>
          </a:stretch>
        </p:blipFill>
        <p:spPr>
          <a:xfrm>
            <a:off x="956868" y="4997792"/>
            <a:ext cx="250858" cy="250858"/>
          </a:xfrm>
          <a:prstGeom prst="rect">
            <a:avLst/>
          </a:prstGeom>
        </p:spPr>
      </p:pic>
      <p:pic>
        <p:nvPicPr>
          <p:cNvPr id="15" name="Picture 14" descr="Icon&#10;&#10;Description automatically generated">
            <a:hlinkClick r:id="rId10"/>
            <a:extLst>
              <a:ext uri="{FF2B5EF4-FFF2-40B4-BE49-F238E27FC236}">
                <a16:creationId xmlns:a16="http://schemas.microsoft.com/office/drawing/2014/main" id="{985316DD-FAAD-8A56-1D69-E8E5DBD29CC7}"/>
              </a:ext>
            </a:extLst>
          </p:cNvPr>
          <p:cNvPicPr>
            <a:picLocks noChangeAspect="1"/>
          </p:cNvPicPr>
          <p:nvPr userDrawn="1"/>
        </p:nvPicPr>
        <p:blipFill>
          <a:blip r:embed="rId11"/>
          <a:stretch>
            <a:fillRect/>
          </a:stretch>
        </p:blipFill>
        <p:spPr>
          <a:xfrm>
            <a:off x="1467958" y="4997792"/>
            <a:ext cx="250858" cy="250858"/>
          </a:xfrm>
          <a:prstGeom prst="rect">
            <a:avLst/>
          </a:prstGeom>
        </p:spPr>
      </p:pic>
      <p:sp>
        <p:nvSpPr>
          <p:cNvPr id="8" name="Slide Number Placeholder 7">
            <a:extLst>
              <a:ext uri="{FF2B5EF4-FFF2-40B4-BE49-F238E27FC236}">
                <a16:creationId xmlns:a16="http://schemas.microsoft.com/office/drawing/2014/main" id="{A1DBE62A-F9FF-D188-ABE2-7E8507BB5453}"/>
              </a:ext>
            </a:extLst>
          </p:cNvPr>
          <p:cNvSpPr>
            <a:spLocks noGrp="1"/>
          </p:cNvSpPr>
          <p:nvPr>
            <p:ph type="sldNum" sz="quarter" idx="2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DA82A45A-49DF-DF6F-3916-DC303AD7AD85}"/>
              </a:ext>
            </a:extLst>
          </p:cNvPr>
          <p:cNvSpPr>
            <a:spLocks noGrp="1"/>
          </p:cNvSpPr>
          <p:nvPr>
            <p:ph type="title" hasCustomPrompt="1"/>
          </p:nvPr>
        </p:nvSpPr>
        <p:spPr>
          <a:xfrm>
            <a:off x="394488" y="1071564"/>
            <a:ext cx="11241974" cy="615834"/>
          </a:xfrm>
        </p:spPr>
        <p:txBody>
          <a:bodyPr>
            <a:noAutofit/>
          </a:bodyPr>
          <a:lstStyle>
            <a:lvl1pPr>
              <a:defRPr sz="4400"/>
            </a:lvl1pPr>
          </a:lstStyle>
          <a:p>
            <a:r>
              <a:rPr lang="en-US"/>
              <a:t>Click to edit Title</a:t>
            </a:r>
          </a:p>
        </p:txBody>
      </p:sp>
      <p:sp>
        <p:nvSpPr>
          <p:cNvPr id="3" name="Footer Placeholder 2">
            <a:extLst>
              <a:ext uri="{FF2B5EF4-FFF2-40B4-BE49-F238E27FC236}">
                <a16:creationId xmlns:a16="http://schemas.microsoft.com/office/drawing/2014/main" id="{6CF225FD-9A76-49C6-D1D6-9CA1D9094C3E}"/>
              </a:ext>
            </a:extLst>
          </p:cNvPr>
          <p:cNvSpPr>
            <a:spLocks noGrp="1"/>
          </p:cNvSpPr>
          <p:nvPr>
            <p:ph type="ftr" sz="quarter" idx="22"/>
          </p:nvPr>
        </p:nvSpPr>
        <p:spPr/>
        <p:txBody>
          <a:bodyPr/>
          <a:lstStyle/>
          <a:p>
            <a:r>
              <a:rPr lang="en-US"/>
              <a:t>Webinar | Title | Date</a:t>
            </a:r>
          </a:p>
        </p:txBody>
      </p:sp>
    </p:spTree>
    <p:extLst>
      <p:ext uri="{BB962C8B-B14F-4D97-AF65-F5344CB8AC3E}">
        <p14:creationId xmlns:p14="http://schemas.microsoft.com/office/powerpoint/2010/main" val="2174853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ing w 3 columns">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F58C65B8-52A2-ECA3-7B31-52D3471A94EB}"/>
              </a:ext>
            </a:extLst>
          </p:cNvPr>
          <p:cNvSpPr>
            <a:spLocks noGrp="1"/>
          </p:cNvSpPr>
          <p:nvPr>
            <p:ph type="body" sz="quarter" idx="13" hasCustomPrompt="1"/>
          </p:nvPr>
        </p:nvSpPr>
        <p:spPr>
          <a:xfrm>
            <a:off x="394488" y="1889456"/>
            <a:ext cx="3301936" cy="3378730"/>
          </a:xfrm>
        </p:spPr>
        <p:txBody>
          <a:bodyPr vert="horz" lIns="91440" tIns="45720" rIns="91440" bIns="45720" rtlCol="0" anchor="t">
            <a:normAutofit/>
          </a:bodyPr>
          <a:lstStyle/>
          <a:p>
            <a:pPr>
              <a:lnSpc>
                <a:spcPct val="100000"/>
              </a:lnSpc>
            </a:pPr>
            <a:r>
              <a:rPr lang="en-US" sz="1800">
                <a:ea typeface="+mn-lt"/>
                <a:cs typeface="+mn-lt"/>
              </a:rPr>
              <a:t>Click to edit body text</a:t>
            </a:r>
          </a:p>
        </p:txBody>
      </p:sp>
      <p:sp>
        <p:nvSpPr>
          <p:cNvPr id="8" name="Text Placeholder 19">
            <a:extLst>
              <a:ext uri="{FF2B5EF4-FFF2-40B4-BE49-F238E27FC236}">
                <a16:creationId xmlns:a16="http://schemas.microsoft.com/office/drawing/2014/main" id="{227F498E-E444-C650-CD2C-48D7141BDFAC}"/>
              </a:ext>
            </a:extLst>
          </p:cNvPr>
          <p:cNvSpPr>
            <a:spLocks noGrp="1"/>
          </p:cNvSpPr>
          <p:nvPr>
            <p:ph type="body" sz="quarter" idx="14" hasCustomPrompt="1"/>
          </p:nvPr>
        </p:nvSpPr>
        <p:spPr>
          <a:xfrm>
            <a:off x="4445032" y="1889456"/>
            <a:ext cx="3301936" cy="3378730"/>
          </a:xfrm>
        </p:spPr>
        <p:txBody>
          <a:bodyPr vert="horz" lIns="91440" tIns="45720" rIns="91440" bIns="45720" rtlCol="0" anchor="t">
            <a:normAutofit/>
          </a:bodyPr>
          <a:lstStyle/>
          <a:p>
            <a:pPr>
              <a:lnSpc>
                <a:spcPct val="100000"/>
              </a:lnSpc>
            </a:pPr>
            <a:r>
              <a:rPr lang="en-US" sz="1800">
                <a:ea typeface="+mn-lt"/>
                <a:cs typeface="+mn-lt"/>
              </a:rPr>
              <a:t>Click to edit body text</a:t>
            </a:r>
          </a:p>
        </p:txBody>
      </p:sp>
      <p:sp>
        <p:nvSpPr>
          <p:cNvPr id="9" name="Text Placeholder 19">
            <a:extLst>
              <a:ext uri="{FF2B5EF4-FFF2-40B4-BE49-F238E27FC236}">
                <a16:creationId xmlns:a16="http://schemas.microsoft.com/office/drawing/2014/main" id="{96A01A9F-F477-FF60-5987-631E449BB66E}"/>
              </a:ext>
            </a:extLst>
          </p:cNvPr>
          <p:cNvSpPr>
            <a:spLocks noGrp="1"/>
          </p:cNvSpPr>
          <p:nvPr>
            <p:ph type="body" sz="quarter" idx="15" hasCustomPrompt="1"/>
          </p:nvPr>
        </p:nvSpPr>
        <p:spPr>
          <a:xfrm>
            <a:off x="8495576" y="1889456"/>
            <a:ext cx="3301936" cy="3378730"/>
          </a:xfrm>
        </p:spPr>
        <p:txBody>
          <a:bodyPr vert="horz" lIns="91440" tIns="45720" rIns="91440" bIns="45720" rtlCol="0" anchor="t">
            <a:normAutofit/>
          </a:bodyPr>
          <a:lstStyle/>
          <a:p>
            <a:pPr>
              <a:lnSpc>
                <a:spcPct val="100000"/>
              </a:lnSpc>
            </a:pPr>
            <a:r>
              <a:rPr lang="en-US" sz="1800">
                <a:ea typeface="+mn-lt"/>
                <a:cs typeface="+mn-lt"/>
              </a:rPr>
              <a:t>Click to edit body text</a:t>
            </a:r>
          </a:p>
        </p:txBody>
      </p:sp>
      <p:sp>
        <p:nvSpPr>
          <p:cNvPr id="3" name="Title 2">
            <a:extLst>
              <a:ext uri="{FF2B5EF4-FFF2-40B4-BE49-F238E27FC236}">
                <a16:creationId xmlns:a16="http://schemas.microsoft.com/office/drawing/2014/main" id="{D8817F1C-F2E3-907B-A163-DF7A058C4E46}"/>
              </a:ext>
            </a:extLst>
          </p:cNvPr>
          <p:cNvSpPr>
            <a:spLocks noGrp="1"/>
          </p:cNvSpPr>
          <p:nvPr>
            <p:ph type="title"/>
          </p:nvPr>
        </p:nvSpPr>
        <p:spPr/>
        <p:txBody>
          <a:bodyPr>
            <a:noAutofit/>
          </a:bodyPr>
          <a:lstStyle>
            <a:lvl1pPr>
              <a:defRPr sz="3600"/>
            </a:lvl1pPr>
          </a:lstStyle>
          <a:p>
            <a:r>
              <a:rPr lang="en-US"/>
              <a:t>Click to edit Master title style</a:t>
            </a:r>
          </a:p>
        </p:txBody>
      </p:sp>
      <p:sp>
        <p:nvSpPr>
          <p:cNvPr id="6" name="Slide Number Placeholder 5">
            <a:extLst>
              <a:ext uri="{FF2B5EF4-FFF2-40B4-BE49-F238E27FC236}">
                <a16:creationId xmlns:a16="http://schemas.microsoft.com/office/drawing/2014/main" id="{1059F9BD-93D1-4264-9041-669D82FADE97}"/>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4" name="Footer Placeholder 3">
            <a:extLst>
              <a:ext uri="{FF2B5EF4-FFF2-40B4-BE49-F238E27FC236}">
                <a16:creationId xmlns:a16="http://schemas.microsoft.com/office/drawing/2014/main" id="{A304F7CB-33C8-C3C7-D034-591835472AEA}"/>
              </a:ext>
            </a:extLst>
          </p:cNvPr>
          <p:cNvSpPr>
            <a:spLocks noGrp="1"/>
          </p:cNvSpPr>
          <p:nvPr>
            <p:ph type="ftr" sz="quarter" idx="18"/>
          </p:nvPr>
        </p:nvSpPr>
        <p:spPr/>
        <p:txBody>
          <a:bodyPr/>
          <a:lstStyle/>
          <a:p>
            <a:r>
              <a:rPr lang="en-US"/>
              <a:t>Webinar | Title | Date</a:t>
            </a:r>
          </a:p>
        </p:txBody>
      </p:sp>
    </p:spTree>
    <p:extLst>
      <p:ext uri="{BB962C8B-B14F-4D97-AF65-F5344CB8AC3E}">
        <p14:creationId xmlns:p14="http://schemas.microsoft.com/office/powerpoint/2010/main" val="1465827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ho We Are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0A9B817-CB33-E958-1799-B6AEA9373086}"/>
              </a:ext>
            </a:extLst>
          </p:cNvPr>
          <p:cNvSpPr>
            <a:spLocks noGrp="1"/>
          </p:cNvSpPr>
          <p:nvPr>
            <p:ph type="sldNum" sz="quarter" idx="22"/>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3309C9DC-E16E-6108-5E92-C82203FA67F8}"/>
              </a:ext>
            </a:extLst>
          </p:cNvPr>
          <p:cNvSpPr>
            <a:spLocks noGrp="1"/>
          </p:cNvSpPr>
          <p:nvPr>
            <p:ph type="ftr" sz="quarter" idx="23"/>
          </p:nvPr>
        </p:nvSpPr>
        <p:spPr/>
        <p:txBody>
          <a:bodyPr/>
          <a:lstStyle/>
          <a:p>
            <a:r>
              <a:rPr lang="en-US"/>
              <a:t>Webinar | Title | Date</a:t>
            </a:r>
          </a:p>
        </p:txBody>
      </p:sp>
      <p:sp>
        <p:nvSpPr>
          <p:cNvPr id="4" name="Text Placeholder 10">
            <a:extLst>
              <a:ext uri="{FF2B5EF4-FFF2-40B4-BE49-F238E27FC236}">
                <a16:creationId xmlns:a16="http://schemas.microsoft.com/office/drawing/2014/main" id="{94722422-746D-9DBA-5126-F357A04ABEDE}"/>
              </a:ext>
            </a:extLst>
          </p:cNvPr>
          <p:cNvSpPr>
            <a:spLocks noGrp="1"/>
          </p:cNvSpPr>
          <p:nvPr>
            <p:ph type="body" sz="quarter" idx="11" hasCustomPrompt="1"/>
          </p:nvPr>
        </p:nvSpPr>
        <p:spPr>
          <a:xfrm>
            <a:off x="394488" y="2731689"/>
            <a:ext cx="6436450" cy="957046"/>
          </a:xfrm>
        </p:spPr>
        <p:txBody>
          <a:bodyPr>
            <a:noAutofit/>
          </a:bodyPr>
          <a:lstStyle>
            <a:lvl1pPr marL="0" indent="0">
              <a:lnSpc>
                <a:spcPct val="100000"/>
              </a:lnSpc>
              <a:buNone/>
              <a:defRPr sz="1800" b="0" i="0">
                <a:solidFill>
                  <a:srgbClr val="000000"/>
                </a:solidFill>
                <a:latin typeface="Clash Grotesk Medium" pitchFamily="2" charset="77"/>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6" name="Text Placeholder 10">
            <a:extLst>
              <a:ext uri="{FF2B5EF4-FFF2-40B4-BE49-F238E27FC236}">
                <a16:creationId xmlns:a16="http://schemas.microsoft.com/office/drawing/2014/main" id="{E3769A88-D9BB-FD0D-081F-9D85044368A4}"/>
              </a:ext>
            </a:extLst>
          </p:cNvPr>
          <p:cNvSpPr>
            <a:spLocks noGrp="1"/>
          </p:cNvSpPr>
          <p:nvPr>
            <p:ph type="body" sz="quarter" idx="13" hasCustomPrompt="1"/>
          </p:nvPr>
        </p:nvSpPr>
        <p:spPr>
          <a:xfrm>
            <a:off x="394610" y="4550801"/>
            <a:ext cx="1984527" cy="1042106"/>
          </a:xfrm>
        </p:spPr>
        <p:txBody>
          <a:bodyPr anchor="ctr">
            <a:noAutofit/>
          </a:bodyPr>
          <a:lstStyle>
            <a:lvl1pPr marL="0" indent="0" algn="ctr">
              <a:lnSpc>
                <a:spcPct val="150000"/>
              </a:lnSpc>
              <a:buNone/>
              <a:defRPr sz="1400" b="1" spc="0">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TEXT</a:t>
            </a:r>
          </a:p>
        </p:txBody>
      </p:sp>
      <p:cxnSp>
        <p:nvCxnSpPr>
          <p:cNvPr id="7" name="Straight Connector 6">
            <a:extLst>
              <a:ext uri="{FF2B5EF4-FFF2-40B4-BE49-F238E27FC236}">
                <a16:creationId xmlns:a16="http://schemas.microsoft.com/office/drawing/2014/main" id="{D969CDCF-D64C-0336-8326-49431BFA89FA}"/>
              </a:ext>
            </a:extLst>
          </p:cNvPr>
          <p:cNvCxnSpPr>
            <a:cxnSpLocks/>
          </p:cNvCxnSpPr>
          <p:nvPr userDrawn="1"/>
        </p:nvCxnSpPr>
        <p:spPr>
          <a:xfrm>
            <a:off x="2492889" y="4660368"/>
            <a:ext cx="0" cy="932539"/>
          </a:xfrm>
          <a:prstGeom prst="line">
            <a:avLst/>
          </a:prstGeom>
          <a:ln w="28575" cap="rnd" cmpd="sng">
            <a:solidFill>
              <a:schemeClr val="bg1">
                <a:lumMod val="8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6F65EA-1CBE-82FA-818E-E319414E8CFF}"/>
              </a:ext>
            </a:extLst>
          </p:cNvPr>
          <p:cNvCxnSpPr>
            <a:cxnSpLocks/>
          </p:cNvCxnSpPr>
          <p:nvPr userDrawn="1"/>
        </p:nvCxnSpPr>
        <p:spPr>
          <a:xfrm>
            <a:off x="4718731" y="4660368"/>
            <a:ext cx="0" cy="932539"/>
          </a:xfrm>
          <a:prstGeom prst="line">
            <a:avLst/>
          </a:prstGeom>
          <a:ln w="28575" cap="rnd" cmpd="sng">
            <a:solidFill>
              <a:schemeClr val="bg1">
                <a:lumMod val="8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CEDA0594-183A-3642-0972-025876A8064E}"/>
              </a:ext>
            </a:extLst>
          </p:cNvPr>
          <p:cNvSpPr>
            <a:spLocks noGrp="1"/>
          </p:cNvSpPr>
          <p:nvPr>
            <p:ph type="body" sz="quarter" idx="14" hasCustomPrompt="1"/>
          </p:nvPr>
        </p:nvSpPr>
        <p:spPr>
          <a:xfrm>
            <a:off x="2620452" y="4550801"/>
            <a:ext cx="1984527" cy="1042106"/>
          </a:xfrm>
        </p:spPr>
        <p:txBody>
          <a:bodyPr anchor="ctr">
            <a:noAutofit/>
          </a:bodyPr>
          <a:lstStyle>
            <a:lvl1pPr marL="0" indent="0" algn="ctr">
              <a:lnSpc>
                <a:spcPct val="150000"/>
              </a:lnSpc>
              <a:buNone/>
              <a:defRPr sz="1400" b="1" spc="0">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TEXT</a:t>
            </a:r>
          </a:p>
        </p:txBody>
      </p:sp>
      <p:sp>
        <p:nvSpPr>
          <p:cNvPr id="13" name="Text Placeholder 10">
            <a:extLst>
              <a:ext uri="{FF2B5EF4-FFF2-40B4-BE49-F238E27FC236}">
                <a16:creationId xmlns:a16="http://schemas.microsoft.com/office/drawing/2014/main" id="{CC975F0D-3743-DA85-7E95-39DA21E2AC7E}"/>
              </a:ext>
            </a:extLst>
          </p:cNvPr>
          <p:cNvSpPr>
            <a:spLocks noGrp="1"/>
          </p:cNvSpPr>
          <p:nvPr>
            <p:ph type="body" sz="quarter" idx="15" hasCustomPrompt="1"/>
          </p:nvPr>
        </p:nvSpPr>
        <p:spPr>
          <a:xfrm>
            <a:off x="4846415" y="4550801"/>
            <a:ext cx="1984527" cy="1042106"/>
          </a:xfrm>
        </p:spPr>
        <p:txBody>
          <a:bodyPr anchor="ctr">
            <a:noAutofit/>
          </a:bodyPr>
          <a:lstStyle>
            <a:lvl1pPr marL="0" indent="0" algn="ctr">
              <a:lnSpc>
                <a:spcPct val="150000"/>
              </a:lnSpc>
              <a:buNone/>
              <a:defRPr sz="1400" b="1" spc="0">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TEXT</a:t>
            </a:r>
          </a:p>
        </p:txBody>
      </p:sp>
      <p:sp>
        <p:nvSpPr>
          <p:cNvPr id="16" name="Picture Placeholder 12">
            <a:extLst>
              <a:ext uri="{FF2B5EF4-FFF2-40B4-BE49-F238E27FC236}">
                <a16:creationId xmlns:a16="http://schemas.microsoft.com/office/drawing/2014/main" id="{74234576-A168-BD02-0050-30F5CD3B95A8}"/>
              </a:ext>
            </a:extLst>
          </p:cNvPr>
          <p:cNvSpPr>
            <a:spLocks noGrp="1"/>
          </p:cNvSpPr>
          <p:nvPr>
            <p:ph type="pic" sz="quarter" idx="20"/>
          </p:nvPr>
        </p:nvSpPr>
        <p:spPr>
          <a:xfrm>
            <a:off x="7567863" y="532056"/>
            <a:ext cx="4118138" cy="5457490"/>
          </a:xfrm>
          <a:prstGeom prst="roundRect">
            <a:avLst>
              <a:gd name="adj" fmla="val 10387"/>
            </a:avLst>
          </a:prstGeom>
        </p:spPr>
        <p:txBody>
          <a:bodyPr/>
          <a:lstStyle/>
          <a:p>
            <a:endParaRPr lang="en-US"/>
          </a:p>
        </p:txBody>
      </p:sp>
      <p:sp>
        <p:nvSpPr>
          <p:cNvPr id="17" name="Title 14">
            <a:extLst>
              <a:ext uri="{FF2B5EF4-FFF2-40B4-BE49-F238E27FC236}">
                <a16:creationId xmlns:a16="http://schemas.microsoft.com/office/drawing/2014/main" id="{1BF6E983-D5AF-6A93-11C0-57ACDF4BFE17}"/>
              </a:ext>
            </a:extLst>
          </p:cNvPr>
          <p:cNvSpPr>
            <a:spLocks noGrp="1"/>
          </p:cNvSpPr>
          <p:nvPr>
            <p:ph type="title"/>
          </p:nvPr>
        </p:nvSpPr>
        <p:spPr>
          <a:xfrm>
            <a:off x="394488" y="1450716"/>
            <a:ext cx="6436450" cy="1201732"/>
          </a:xfrm>
        </p:spPr>
        <p:txBody>
          <a:bodyPr>
            <a:noAutofit/>
          </a:bodyPr>
          <a:lstStyle>
            <a:lvl1pPr>
              <a:defRPr sz="4400"/>
            </a:lvl1pPr>
          </a:lstStyle>
          <a:p>
            <a:r>
              <a:rPr lang="en-US"/>
              <a:t>Click to edit Master title style</a:t>
            </a:r>
          </a:p>
        </p:txBody>
      </p:sp>
      <p:pic>
        <p:nvPicPr>
          <p:cNvPr id="18" name="Graphic 17">
            <a:extLst>
              <a:ext uri="{FF2B5EF4-FFF2-40B4-BE49-F238E27FC236}">
                <a16:creationId xmlns:a16="http://schemas.microsoft.com/office/drawing/2014/main" id="{A272E1AA-4A51-9A27-A31B-7E0FE4FF85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711" y="667981"/>
            <a:ext cx="3357642" cy="402917"/>
          </a:xfrm>
          <a:prstGeom prst="rect">
            <a:avLst/>
          </a:prstGeom>
        </p:spPr>
      </p:pic>
    </p:spTree>
    <p:extLst>
      <p:ext uri="{BB962C8B-B14F-4D97-AF65-F5344CB8AC3E}">
        <p14:creationId xmlns:p14="http://schemas.microsoft.com/office/powerpoint/2010/main" val="258072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Low_PictureRight">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57B1425D-567A-A6F8-D51F-EBEA890D210D}"/>
              </a:ext>
            </a:extLst>
          </p:cNvPr>
          <p:cNvSpPr>
            <a:spLocks noGrp="1"/>
          </p:cNvSpPr>
          <p:nvPr>
            <p:ph type="body" sz="quarter" idx="11" hasCustomPrompt="1"/>
          </p:nvPr>
        </p:nvSpPr>
        <p:spPr>
          <a:xfrm>
            <a:off x="394488" y="2536138"/>
            <a:ext cx="5450665" cy="3453408"/>
          </a:xfrm>
        </p:spPr>
        <p:txBody>
          <a:bodyPr>
            <a:noAutofit/>
          </a:bodyPr>
          <a:lstStyle>
            <a:lvl1pPr marL="0" indent="0">
              <a:lnSpc>
                <a:spcPct val="90000"/>
              </a:lnSpc>
              <a:spcBef>
                <a:spcPts val="1000"/>
              </a:spcBef>
              <a:spcAft>
                <a:spcPts val="0"/>
              </a:spcAft>
              <a:buNone/>
              <a:defRPr sz="16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pic>
        <p:nvPicPr>
          <p:cNvPr id="7" name="Picture 6" descr="A picture containing text, clipart&#10;&#10;Description automatically generated">
            <a:hlinkClick r:id="rId2"/>
            <a:extLst>
              <a:ext uri="{FF2B5EF4-FFF2-40B4-BE49-F238E27FC236}">
                <a16:creationId xmlns:a16="http://schemas.microsoft.com/office/drawing/2014/main" id="{95368DB5-1DA0-6110-D5AF-F49B0C0D1F5B}"/>
              </a:ext>
            </a:extLst>
          </p:cNvPr>
          <p:cNvPicPr>
            <a:picLocks noChangeAspect="1"/>
          </p:cNvPicPr>
          <p:nvPr userDrawn="1"/>
        </p:nvPicPr>
        <p:blipFill>
          <a:blip r:embed="rId3"/>
          <a:stretch>
            <a:fillRect/>
          </a:stretch>
        </p:blipFill>
        <p:spPr>
          <a:xfrm>
            <a:off x="610457" y="4997792"/>
            <a:ext cx="250858" cy="250858"/>
          </a:xfrm>
          <a:prstGeom prst="rect">
            <a:avLst/>
          </a:prstGeom>
        </p:spPr>
      </p:pic>
      <p:pic>
        <p:nvPicPr>
          <p:cNvPr id="12" name="Picture 11" descr="Icon&#10;&#10;Description automatically generated">
            <a:hlinkClick r:id="rId4"/>
            <a:extLst>
              <a:ext uri="{FF2B5EF4-FFF2-40B4-BE49-F238E27FC236}">
                <a16:creationId xmlns:a16="http://schemas.microsoft.com/office/drawing/2014/main" id="{4EC3CCFE-581E-E0E1-9F46-095E79F43EAA}"/>
              </a:ext>
            </a:extLst>
          </p:cNvPr>
          <p:cNvPicPr>
            <a:picLocks noChangeAspect="1"/>
          </p:cNvPicPr>
          <p:nvPr userDrawn="1"/>
        </p:nvPicPr>
        <p:blipFill>
          <a:blip r:embed="rId5"/>
          <a:stretch>
            <a:fillRect/>
          </a:stretch>
        </p:blipFill>
        <p:spPr>
          <a:xfrm>
            <a:off x="1954288" y="4997792"/>
            <a:ext cx="250858" cy="250858"/>
          </a:xfrm>
          <a:prstGeom prst="rect">
            <a:avLst/>
          </a:prstGeom>
        </p:spPr>
      </p:pic>
      <p:pic>
        <p:nvPicPr>
          <p:cNvPr id="13" name="Picture 12" descr="A picture containing ax, clipart&#10;&#10;Description automatically generated">
            <a:hlinkClick r:id="rId6"/>
            <a:extLst>
              <a:ext uri="{FF2B5EF4-FFF2-40B4-BE49-F238E27FC236}">
                <a16:creationId xmlns:a16="http://schemas.microsoft.com/office/drawing/2014/main" id="{2EDE8C6B-4592-F235-A75F-EEBB1D6C3D4D}"/>
              </a:ext>
            </a:extLst>
          </p:cNvPr>
          <p:cNvPicPr>
            <a:picLocks noChangeAspect="1"/>
          </p:cNvPicPr>
          <p:nvPr userDrawn="1"/>
        </p:nvPicPr>
        <p:blipFill>
          <a:blip r:embed="rId7"/>
          <a:stretch>
            <a:fillRect/>
          </a:stretch>
        </p:blipFill>
        <p:spPr>
          <a:xfrm>
            <a:off x="2465378" y="4997792"/>
            <a:ext cx="250858" cy="250858"/>
          </a:xfrm>
          <a:prstGeom prst="rect">
            <a:avLst/>
          </a:prstGeom>
        </p:spPr>
      </p:pic>
      <p:pic>
        <p:nvPicPr>
          <p:cNvPr id="14" name="Picture 13" descr="A picture containing text, clipart&#10;&#10;Description automatically generated">
            <a:hlinkClick r:id="rId8"/>
            <a:extLst>
              <a:ext uri="{FF2B5EF4-FFF2-40B4-BE49-F238E27FC236}">
                <a16:creationId xmlns:a16="http://schemas.microsoft.com/office/drawing/2014/main" id="{FEC6E513-756A-A5E4-46C7-8C35A610A0A5}"/>
              </a:ext>
            </a:extLst>
          </p:cNvPr>
          <p:cNvPicPr>
            <a:picLocks noChangeAspect="1"/>
          </p:cNvPicPr>
          <p:nvPr userDrawn="1"/>
        </p:nvPicPr>
        <p:blipFill>
          <a:blip r:embed="rId9"/>
          <a:stretch>
            <a:fillRect/>
          </a:stretch>
        </p:blipFill>
        <p:spPr>
          <a:xfrm>
            <a:off x="956868" y="4997792"/>
            <a:ext cx="250858" cy="250858"/>
          </a:xfrm>
          <a:prstGeom prst="rect">
            <a:avLst/>
          </a:prstGeom>
        </p:spPr>
      </p:pic>
      <p:pic>
        <p:nvPicPr>
          <p:cNvPr id="15" name="Picture 14" descr="Icon&#10;&#10;Description automatically generated">
            <a:hlinkClick r:id="rId10"/>
            <a:extLst>
              <a:ext uri="{FF2B5EF4-FFF2-40B4-BE49-F238E27FC236}">
                <a16:creationId xmlns:a16="http://schemas.microsoft.com/office/drawing/2014/main" id="{985316DD-FAAD-8A56-1D69-E8E5DBD29CC7}"/>
              </a:ext>
            </a:extLst>
          </p:cNvPr>
          <p:cNvPicPr>
            <a:picLocks noChangeAspect="1"/>
          </p:cNvPicPr>
          <p:nvPr userDrawn="1"/>
        </p:nvPicPr>
        <p:blipFill>
          <a:blip r:embed="rId11"/>
          <a:stretch>
            <a:fillRect/>
          </a:stretch>
        </p:blipFill>
        <p:spPr>
          <a:xfrm>
            <a:off x="1467958" y="4997792"/>
            <a:ext cx="250858" cy="250858"/>
          </a:xfrm>
          <a:prstGeom prst="rect">
            <a:avLst/>
          </a:prstGeom>
        </p:spPr>
      </p:pic>
      <p:sp>
        <p:nvSpPr>
          <p:cNvPr id="6" name="Picture Placeholder 12">
            <a:extLst>
              <a:ext uri="{FF2B5EF4-FFF2-40B4-BE49-F238E27FC236}">
                <a16:creationId xmlns:a16="http://schemas.microsoft.com/office/drawing/2014/main" id="{BC161FEA-2495-6F6E-4099-4C8E71296EC6}"/>
              </a:ext>
            </a:extLst>
          </p:cNvPr>
          <p:cNvSpPr>
            <a:spLocks noGrp="1"/>
          </p:cNvSpPr>
          <p:nvPr>
            <p:ph type="pic" sz="quarter" idx="19"/>
          </p:nvPr>
        </p:nvSpPr>
        <p:spPr>
          <a:xfrm>
            <a:off x="6346849" y="1071564"/>
            <a:ext cx="5339152" cy="4917982"/>
          </a:xfrm>
          <a:prstGeom prst="roundRect">
            <a:avLst>
              <a:gd name="adj" fmla="val 6469"/>
            </a:avLst>
          </a:prstGeom>
        </p:spPr>
        <p:txBody>
          <a:bodyPr/>
          <a:lstStyle/>
          <a:p>
            <a:endParaRPr lang="en-US"/>
          </a:p>
        </p:txBody>
      </p:sp>
      <p:sp>
        <p:nvSpPr>
          <p:cNvPr id="8" name="Slide Number Placeholder 7">
            <a:extLst>
              <a:ext uri="{FF2B5EF4-FFF2-40B4-BE49-F238E27FC236}">
                <a16:creationId xmlns:a16="http://schemas.microsoft.com/office/drawing/2014/main" id="{A1DBE62A-F9FF-D188-ABE2-7E8507BB5453}"/>
              </a:ext>
            </a:extLst>
          </p:cNvPr>
          <p:cNvSpPr>
            <a:spLocks noGrp="1"/>
          </p:cNvSpPr>
          <p:nvPr>
            <p:ph type="sldNum" sz="quarter" idx="2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DA82A45A-49DF-DF6F-3916-DC303AD7AD85}"/>
              </a:ext>
            </a:extLst>
          </p:cNvPr>
          <p:cNvSpPr>
            <a:spLocks noGrp="1"/>
          </p:cNvSpPr>
          <p:nvPr>
            <p:ph type="title"/>
          </p:nvPr>
        </p:nvSpPr>
        <p:spPr>
          <a:xfrm>
            <a:off x="394488" y="1071564"/>
            <a:ext cx="5450664" cy="1214752"/>
          </a:xfrm>
        </p:spPr>
        <p:txBody>
          <a:bodyPr>
            <a:noAutofit/>
          </a:bodyPr>
          <a:lstStyle>
            <a:lvl1pPr>
              <a:defRPr sz="4400"/>
            </a:lvl1pPr>
          </a:lstStyle>
          <a:p>
            <a:r>
              <a:rPr lang="en-US"/>
              <a:t>Click to edit Master title style</a:t>
            </a:r>
          </a:p>
        </p:txBody>
      </p:sp>
      <p:sp>
        <p:nvSpPr>
          <p:cNvPr id="3" name="Footer Placeholder 2">
            <a:extLst>
              <a:ext uri="{FF2B5EF4-FFF2-40B4-BE49-F238E27FC236}">
                <a16:creationId xmlns:a16="http://schemas.microsoft.com/office/drawing/2014/main" id="{6CF225FD-9A76-49C6-D1D6-9CA1D9094C3E}"/>
              </a:ext>
            </a:extLst>
          </p:cNvPr>
          <p:cNvSpPr>
            <a:spLocks noGrp="1"/>
          </p:cNvSpPr>
          <p:nvPr>
            <p:ph type="ftr" sz="quarter" idx="22"/>
          </p:nvPr>
        </p:nvSpPr>
        <p:spPr/>
        <p:txBody>
          <a:bodyPr/>
          <a:lstStyle/>
          <a:p>
            <a:r>
              <a:rPr lang="en-US"/>
              <a:t>Webinar | Title | Date</a:t>
            </a:r>
          </a:p>
        </p:txBody>
      </p:sp>
    </p:spTree>
    <p:extLst>
      <p:ext uri="{BB962C8B-B14F-4D97-AF65-F5344CB8AC3E}">
        <p14:creationId xmlns:p14="http://schemas.microsoft.com/office/powerpoint/2010/main" val="2286998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cial Offer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5B31681-AEAC-6565-053B-C7FED3BCCD09}"/>
              </a:ext>
            </a:extLst>
          </p:cNvPr>
          <p:cNvSpPr>
            <a:spLocks noGrp="1"/>
          </p:cNvSpPr>
          <p:nvPr>
            <p:ph type="pic" sz="quarter" idx="15"/>
          </p:nvPr>
        </p:nvSpPr>
        <p:spPr>
          <a:xfrm>
            <a:off x="629919" y="2644775"/>
            <a:ext cx="6079603" cy="3141663"/>
          </a:xfrm>
          <a:prstGeom prst="roundRect">
            <a:avLst>
              <a:gd name="adj" fmla="val 8259"/>
            </a:avLst>
          </a:prstGeom>
        </p:spPr>
        <p:txBody>
          <a:bodyPr/>
          <a:lstStyle/>
          <a:p>
            <a:endParaRPr lang="en-US"/>
          </a:p>
        </p:txBody>
      </p:sp>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0">
            <a:extLst>
              <a:ext uri="{FF2B5EF4-FFF2-40B4-BE49-F238E27FC236}">
                <a16:creationId xmlns:a16="http://schemas.microsoft.com/office/drawing/2014/main" id="{49C127BE-5F37-06A5-75D8-B0508B1CF0A9}"/>
              </a:ext>
            </a:extLst>
          </p:cNvPr>
          <p:cNvSpPr>
            <a:spLocks noGrp="1"/>
          </p:cNvSpPr>
          <p:nvPr>
            <p:ph type="body" sz="quarter" idx="11" hasCustomPrompt="1"/>
          </p:nvPr>
        </p:nvSpPr>
        <p:spPr>
          <a:xfrm>
            <a:off x="7479766" y="4302055"/>
            <a:ext cx="4082314" cy="1484383"/>
          </a:xfrm>
        </p:spPr>
        <p:txBody>
          <a:bodyPr>
            <a:normAutofit/>
          </a:bodyPr>
          <a:lstStyle>
            <a:lvl1pPr marL="0" indent="0">
              <a:lnSpc>
                <a:spcPct val="100000"/>
              </a:lnSpc>
              <a:buNone/>
              <a:defRPr sz="2400">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Tree>
    <p:extLst>
      <p:ext uri="{BB962C8B-B14F-4D97-AF65-F5344CB8AC3E}">
        <p14:creationId xmlns:p14="http://schemas.microsoft.com/office/powerpoint/2010/main" val="2098594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ll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2527DE7-6EFA-7171-6BCA-C7C9637638DA}"/>
              </a:ext>
            </a:extLst>
          </p:cNvPr>
          <p:cNvSpPr/>
          <p:nvPr/>
        </p:nvSpPr>
        <p:spPr>
          <a:xfrm>
            <a:off x="-386317" y="-318977"/>
            <a:ext cx="6482317" cy="6627582"/>
          </a:xfrm>
          <a:prstGeom prst="roundRect">
            <a:avLst>
              <a:gd name="adj" fmla="val 38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29CCBEEC-C17E-1F93-A18E-E9C4777612D6}"/>
              </a:ext>
            </a:extLst>
          </p:cNvPr>
          <p:cNvSpPr>
            <a:spLocks noGrp="1"/>
          </p:cNvSpPr>
          <p:nvPr>
            <p:ph type="sldNum" sz="quarter" idx="10"/>
          </p:nvPr>
        </p:nvSpPr>
        <p:spPr/>
        <p:txBody>
          <a:bodyPr/>
          <a:lstStyle/>
          <a:p>
            <a:fld id="{C6E10DBF-A5B8-604C-8CA6-B077E5EF61A1}" type="slidenum">
              <a:rPr lang="en-US" smtClean="0"/>
              <a:pPr/>
              <a:t>‹#›</a:t>
            </a:fld>
            <a:endParaRPr lang="en-US"/>
          </a:p>
        </p:txBody>
      </p:sp>
      <p:sp>
        <p:nvSpPr>
          <p:cNvPr id="4" name="Footer Placeholder 3">
            <a:extLst>
              <a:ext uri="{FF2B5EF4-FFF2-40B4-BE49-F238E27FC236}">
                <a16:creationId xmlns:a16="http://schemas.microsoft.com/office/drawing/2014/main" id="{DDB779CF-020B-AFA9-B442-121A89763C50}"/>
              </a:ext>
            </a:extLst>
          </p:cNvPr>
          <p:cNvSpPr>
            <a:spLocks noGrp="1"/>
          </p:cNvSpPr>
          <p:nvPr>
            <p:ph type="ftr" sz="quarter" idx="11"/>
          </p:nvPr>
        </p:nvSpPr>
        <p:spPr/>
        <p:txBody>
          <a:bodyPr/>
          <a:lstStyle/>
          <a:p>
            <a:r>
              <a:rPr lang="en-US"/>
              <a:t>Webinar | Title | Date</a:t>
            </a:r>
          </a:p>
        </p:txBody>
      </p:sp>
      <p:sp>
        <p:nvSpPr>
          <p:cNvPr id="5" name="Title 1">
            <a:extLst>
              <a:ext uri="{FF2B5EF4-FFF2-40B4-BE49-F238E27FC236}">
                <a16:creationId xmlns:a16="http://schemas.microsoft.com/office/drawing/2014/main" id="{3B9FB6FF-F3FA-479F-1F4B-B10747BCFAFE}"/>
              </a:ext>
            </a:extLst>
          </p:cNvPr>
          <p:cNvSpPr>
            <a:spLocks noGrp="1"/>
          </p:cNvSpPr>
          <p:nvPr>
            <p:ph type="ctrTitle" hasCustomPrompt="1"/>
          </p:nvPr>
        </p:nvSpPr>
        <p:spPr>
          <a:xfrm>
            <a:off x="395903" y="1607461"/>
            <a:ext cx="4440458" cy="4036594"/>
          </a:xfrm>
          <a:prstGeom prst="rect">
            <a:avLst/>
          </a:prstGeom>
        </p:spPr>
        <p:txBody>
          <a:bodyPr anchor="t">
            <a:noAutofit/>
          </a:bodyPr>
          <a:lstStyle>
            <a:lvl1pPr algn="l">
              <a:defRPr sz="4400" b="0"/>
            </a:lvl1pPr>
          </a:lstStyle>
          <a:p>
            <a:r>
              <a:rPr lang="en-US"/>
              <a:t>Click To Edit Master Title Style.</a:t>
            </a:r>
          </a:p>
        </p:txBody>
      </p:sp>
    </p:spTree>
    <p:extLst>
      <p:ext uri="{BB962C8B-B14F-4D97-AF65-F5344CB8AC3E}">
        <p14:creationId xmlns:p14="http://schemas.microsoft.com/office/powerpoint/2010/main" val="2800146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ight_GREEN_Picture L">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8219" y="789774"/>
            <a:ext cx="4925605" cy="1224639"/>
          </a:xfrm>
          <a:prstGeom prst="rect">
            <a:avLst/>
          </a:prstGeom>
        </p:spPr>
        <p:txBody>
          <a:bodyPr anchor="t">
            <a:noAutofit/>
          </a:bodyPr>
          <a:lstStyle>
            <a:lvl1pPr algn="l">
              <a:defRPr sz="4400" b="0">
                <a:solidFill>
                  <a:schemeClr val="tx1"/>
                </a:solidFill>
              </a:defRPr>
            </a:lvl1pPr>
          </a:lstStyle>
          <a:p>
            <a:r>
              <a:rPr lang="en-US"/>
              <a:t>Click to </a:t>
            </a:r>
            <a:br>
              <a:rPr lang="en-US"/>
            </a:br>
            <a:r>
              <a:rPr lang="en-US"/>
              <a:t>edit title.</a:t>
            </a:r>
          </a:p>
        </p:txBody>
      </p:sp>
      <p:sp>
        <p:nvSpPr>
          <p:cNvPr id="11" name="Picture Placeholder 7">
            <a:extLst>
              <a:ext uri="{FF2B5EF4-FFF2-40B4-BE49-F238E27FC236}">
                <a16:creationId xmlns:a16="http://schemas.microsoft.com/office/drawing/2014/main" id="{9050D7A8-6AA6-0028-6C54-23866AF3D498}"/>
              </a:ext>
            </a:extLst>
          </p:cNvPr>
          <p:cNvSpPr>
            <a:spLocks noGrp="1"/>
          </p:cNvSpPr>
          <p:nvPr>
            <p:ph type="pic" sz="quarter" idx="15"/>
          </p:nvPr>
        </p:nvSpPr>
        <p:spPr>
          <a:xfrm>
            <a:off x="742017" y="1059657"/>
            <a:ext cx="4579489" cy="4738687"/>
          </a:xfrm>
          <a:prstGeom prst="roundRect">
            <a:avLst>
              <a:gd name="adj" fmla="val 9876"/>
            </a:avLst>
          </a:prstGeom>
        </p:spPr>
        <p:txBody>
          <a:bodyPr/>
          <a:lstStyle/>
          <a:p>
            <a:endParaRPr lang="en-US"/>
          </a:p>
        </p:txBody>
      </p:sp>
      <p:sp>
        <p:nvSpPr>
          <p:cNvPr id="15" name="Text Placeholder 6">
            <a:extLst>
              <a:ext uri="{FF2B5EF4-FFF2-40B4-BE49-F238E27FC236}">
                <a16:creationId xmlns:a16="http://schemas.microsoft.com/office/drawing/2014/main" id="{E8A61C31-92A5-E551-DBC2-63891DA50ADE}"/>
              </a:ext>
            </a:extLst>
          </p:cNvPr>
          <p:cNvSpPr>
            <a:spLocks noGrp="1"/>
          </p:cNvSpPr>
          <p:nvPr>
            <p:ph type="body" sz="quarter" idx="16"/>
          </p:nvPr>
        </p:nvSpPr>
        <p:spPr>
          <a:xfrm>
            <a:off x="6874355"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369343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ight_GREEN_Picture R">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tx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tx1"/>
                </a:solidFill>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331419890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ight_BK_Picture L">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8219" y="789774"/>
            <a:ext cx="4925605" cy="1224639"/>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11" name="Picture Placeholder 7">
            <a:extLst>
              <a:ext uri="{FF2B5EF4-FFF2-40B4-BE49-F238E27FC236}">
                <a16:creationId xmlns:a16="http://schemas.microsoft.com/office/drawing/2014/main" id="{9050D7A8-6AA6-0028-6C54-23866AF3D498}"/>
              </a:ext>
            </a:extLst>
          </p:cNvPr>
          <p:cNvSpPr>
            <a:spLocks noGrp="1"/>
          </p:cNvSpPr>
          <p:nvPr>
            <p:ph type="pic" sz="quarter" idx="15"/>
          </p:nvPr>
        </p:nvSpPr>
        <p:spPr>
          <a:xfrm>
            <a:off x="742017" y="1059657"/>
            <a:ext cx="4579489" cy="4738687"/>
          </a:xfrm>
          <a:prstGeom prst="roundRect">
            <a:avLst>
              <a:gd name="adj" fmla="val 9876"/>
            </a:avLst>
          </a:prstGeom>
        </p:spPr>
        <p:txBody>
          <a:bodyPr/>
          <a:lstStyle/>
          <a:p>
            <a:endParaRPr lang="en-US"/>
          </a:p>
        </p:txBody>
      </p:sp>
      <p:sp>
        <p:nvSpPr>
          <p:cNvPr id="15" name="Text Placeholder 6">
            <a:extLst>
              <a:ext uri="{FF2B5EF4-FFF2-40B4-BE49-F238E27FC236}">
                <a16:creationId xmlns:a16="http://schemas.microsoft.com/office/drawing/2014/main" id="{E8A61C31-92A5-E551-DBC2-63891DA50ADE}"/>
              </a:ext>
            </a:extLst>
          </p:cNvPr>
          <p:cNvSpPr>
            <a:spLocks noGrp="1"/>
          </p:cNvSpPr>
          <p:nvPr>
            <p:ph type="body" sz="quarter" idx="16"/>
          </p:nvPr>
        </p:nvSpPr>
        <p:spPr>
          <a:xfrm>
            <a:off x="6874355"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3001157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ight_BK_Heading No Tex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8219" y="789774"/>
            <a:ext cx="4925605" cy="1224639"/>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11" name="Picture Placeholder 7">
            <a:extLst>
              <a:ext uri="{FF2B5EF4-FFF2-40B4-BE49-F238E27FC236}">
                <a16:creationId xmlns:a16="http://schemas.microsoft.com/office/drawing/2014/main" id="{9050D7A8-6AA6-0028-6C54-23866AF3D498}"/>
              </a:ext>
            </a:extLst>
          </p:cNvPr>
          <p:cNvSpPr>
            <a:spLocks noGrp="1"/>
          </p:cNvSpPr>
          <p:nvPr>
            <p:ph type="pic" sz="quarter" idx="15"/>
          </p:nvPr>
        </p:nvSpPr>
        <p:spPr>
          <a:xfrm>
            <a:off x="742017"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85030640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ight_BK_Heading + Tex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8219" y="789774"/>
            <a:ext cx="4925605" cy="1224639"/>
          </a:xfrm>
          <a:prstGeom prst="rect">
            <a:avLst/>
          </a:prstGeom>
        </p:spPr>
        <p:txBody>
          <a:bodyPr anchor="t">
            <a:noAutofit/>
          </a:bodyPr>
          <a:lstStyle>
            <a:lvl1pPr algn="l">
              <a:defRPr sz="4400" b="0">
                <a:solidFill>
                  <a:schemeClr val="bg1"/>
                </a:solidFill>
              </a:defRPr>
            </a:lvl1pPr>
          </a:lstStyle>
          <a:p>
            <a:r>
              <a:rPr lang="en-US"/>
              <a:t>Click to </a:t>
            </a:r>
            <a:br>
              <a:rPr lang="en-US"/>
            </a:br>
            <a:r>
              <a:rPr lang="en-US"/>
              <a:t>edit title.</a:t>
            </a:r>
          </a:p>
        </p:txBody>
      </p:sp>
      <p:sp>
        <p:nvSpPr>
          <p:cNvPr id="11" name="Picture Placeholder 7">
            <a:extLst>
              <a:ext uri="{FF2B5EF4-FFF2-40B4-BE49-F238E27FC236}">
                <a16:creationId xmlns:a16="http://schemas.microsoft.com/office/drawing/2014/main" id="{9050D7A8-6AA6-0028-6C54-23866AF3D498}"/>
              </a:ext>
            </a:extLst>
          </p:cNvPr>
          <p:cNvSpPr>
            <a:spLocks noGrp="1"/>
          </p:cNvSpPr>
          <p:nvPr>
            <p:ph type="pic" sz="quarter" idx="15"/>
          </p:nvPr>
        </p:nvSpPr>
        <p:spPr>
          <a:xfrm>
            <a:off x="742017" y="1059657"/>
            <a:ext cx="4579489" cy="4738687"/>
          </a:xfrm>
          <a:prstGeom prst="roundRect">
            <a:avLst>
              <a:gd name="adj" fmla="val 9876"/>
            </a:avLst>
          </a:prstGeom>
        </p:spPr>
        <p:txBody>
          <a:bodyPr/>
          <a:lstStyle/>
          <a:p>
            <a:endParaRPr lang="en-US"/>
          </a:p>
        </p:txBody>
      </p:sp>
      <p:sp>
        <p:nvSpPr>
          <p:cNvPr id="15" name="Text Placeholder 6">
            <a:extLst>
              <a:ext uri="{FF2B5EF4-FFF2-40B4-BE49-F238E27FC236}">
                <a16:creationId xmlns:a16="http://schemas.microsoft.com/office/drawing/2014/main" id="{E8A61C31-92A5-E551-DBC2-63891DA50ADE}"/>
              </a:ext>
            </a:extLst>
          </p:cNvPr>
          <p:cNvSpPr>
            <a:spLocks noGrp="1"/>
          </p:cNvSpPr>
          <p:nvPr>
            <p:ph type="body" sz="quarter" idx="16"/>
          </p:nvPr>
        </p:nvSpPr>
        <p:spPr>
          <a:xfrm>
            <a:off x="6874355" y="2387391"/>
            <a:ext cx="4925605" cy="3308684"/>
          </a:xfrm>
        </p:spPr>
        <p:txBody>
          <a:bodyPr>
            <a:normAutofit/>
          </a:bodyPr>
          <a:lstStyle>
            <a:lvl1pPr marL="0" indent="0">
              <a:lnSpc>
                <a:spcPct val="110000"/>
              </a:lnSpc>
              <a:spcBef>
                <a:spcPts val="1200"/>
              </a:spcBef>
              <a:buFont typeface="Arial" panose="020B0604020202020204" pitchFamily="34" charset="0"/>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8907932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ight_BK_Heading Low">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611336" y="1226568"/>
            <a:ext cx="5184763" cy="695426"/>
          </a:xfrm>
          <a:prstGeom prst="rect">
            <a:avLst/>
          </a:prstGeom>
        </p:spPr>
        <p:txBody>
          <a:bodyPr anchor="t">
            <a:noAutofit/>
          </a:bodyPr>
          <a:lstStyle>
            <a:lvl1pPr algn="l">
              <a:defRPr sz="4400" b="0">
                <a:solidFill>
                  <a:schemeClr val="bg1"/>
                </a:solidFill>
              </a:defRPr>
            </a:lvl1pPr>
          </a:lstStyle>
          <a:p>
            <a:r>
              <a:rPr lang="en-US"/>
              <a:t>Click to edit title.</a:t>
            </a:r>
          </a:p>
        </p:txBody>
      </p:sp>
      <p:sp>
        <p:nvSpPr>
          <p:cNvPr id="12" name="Text Placeholder 6">
            <a:extLst>
              <a:ext uri="{FF2B5EF4-FFF2-40B4-BE49-F238E27FC236}">
                <a16:creationId xmlns:a16="http://schemas.microsoft.com/office/drawing/2014/main" id="{E69CA9C8-D601-6F04-AA5D-D31B022BC477}"/>
              </a:ext>
            </a:extLst>
          </p:cNvPr>
          <p:cNvSpPr>
            <a:spLocks noGrp="1"/>
          </p:cNvSpPr>
          <p:nvPr>
            <p:ph type="body" sz="quarter" idx="13"/>
          </p:nvPr>
        </p:nvSpPr>
        <p:spPr>
          <a:xfrm>
            <a:off x="6611337" y="2707353"/>
            <a:ext cx="5184764" cy="2944147"/>
          </a:xfrm>
        </p:spPr>
        <p:txBody>
          <a:bodyPr>
            <a:normAutofit/>
          </a:bodyPr>
          <a:lstStyle>
            <a:lvl1pPr>
              <a:defRPr sz="1800">
                <a:solidFill>
                  <a:schemeClr val="bg1"/>
                </a:solidFill>
              </a:defRPr>
            </a:lvl1pPr>
          </a:lstStyle>
          <a:p>
            <a:pPr lvl="0"/>
            <a:r>
              <a:rPr lang="en-US"/>
              <a:t>Click to edit Master text styles</a:t>
            </a:r>
          </a:p>
        </p:txBody>
      </p:sp>
      <p:sp>
        <p:nvSpPr>
          <p:cNvPr id="13" name="Text Placeholder 9">
            <a:extLst>
              <a:ext uri="{FF2B5EF4-FFF2-40B4-BE49-F238E27FC236}">
                <a16:creationId xmlns:a16="http://schemas.microsoft.com/office/drawing/2014/main" id="{91AF6A12-697B-17FE-2B98-A282A51B56DE}"/>
              </a:ext>
            </a:extLst>
          </p:cNvPr>
          <p:cNvSpPr>
            <a:spLocks noGrp="1"/>
          </p:cNvSpPr>
          <p:nvPr>
            <p:ph type="body" sz="quarter" idx="14" hasCustomPrompt="1"/>
          </p:nvPr>
        </p:nvSpPr>
        <p:spPr>
          <a:xfrm>
            <a:off x="395899" y="1727200"/>
            <a:ext cx="4470400" cy="3924300"/>
          </a:xfrm>
        </p:spPr>
        <p:txBody>
          <a:bodyPr>
            <a:normAutofit/>
          </a:bodyPr>
          <a:lstStyle>
            <a:lvl1pPr>
              <a:lnSpc>
                <a:spcPct val="150000"/>
              </a:lnSpc>
              <a:defRPr sz="1800">
                <a:solidFill>
                  <a:schemeClr val="tx1"/>
                </a:solidFill>
              </a:defRPr>
            </a:lvl1pPr>
            <a:lvl2pPr>
              <a:lnSpc>
                <a:spcPct val="150000"/>
              </a:lnSpc>
              <a:defRPr sz="1800">
                <a:solidFill>
                  <a:schemeClr val="tx1"/>
                </a:solidFill>
              </a:defRPr>
            </a:lvl2pPr>
            <a:lvl3pPr>
              <a:lnSpc>
                <a:spcPct val="150000"/>
              </a:lnSpc>
              <a:defRPr sz="1800">
                <a:solidFill>
                  <a:schemeClr val="tx1"/>
                </a:solidFill>
              </a:defRPr>
            </a:lvl3pPr>
            <a:lvl4pPr>
              <a:lnSpc>
                <a:spcPct val="150000"/>
              </a:lnSpc>
              <a:defRPr sz="1800">
                <a:solidFill>
                  <a:schemeClr val="tx1"/>
                </a:solidFill>
              </a:defRPr>
            </a:lvl4pPr>
            <a:lvl5pPr>
              <a:lnSpc>
                <a:spcPct val="150000"/>
              </a:lnSpc>
              <a:defRPr sz="1800">
                <a:solidFill>
                  <a:schemeClr val="tx1"/>
                </a:solidFill>
              </a:defRPr>
            </a:lvl5pPr>
          </a:lstStyle>
          <a:p>
            <a:pPr lvl="0"/>
            <a:r>
              <a:rPr lang="en-US"/>
              <a:t>Click to edit text</a:t>
            </a:r>
          </a:p>
        </p:txBody>
      </p:sp>
      <p:sp>
        <p:nvSpPr>
          <p:cNvPr id="14" name="Text Placeholder 6">
            <a:extLst>
              <a:ext uri="{FF2B5EF4-FFF2-40B4-BE49-F238E27FC236}">
                <a16:creationId xmlns:a16="http://schemas.microsoft.com/office/drawing/2014/main" id="{1E8FC45C-C0F2-A8C7-EC51-B1A46B2BF928}"/>
              </a:ext>
            </a:extLst>
          </p:cNvPr>
          <p:cNvSpPr>
            <a:spLocks noGrp="1"/>
          </p:cNvSpPr>
          <p:nvPr>
            <p:ph type="body" sz="quarter" idx="15" hasCustomPrompt="1"/>
          </p:nvPr>
        </p:nvSpPr>
        <p:spPr>
          <a:xfrm>
            <a:off x="6611337" y="1922780"/>
            <a:ext cx="5184764" cy="461127"/>
          </a:xfrm>
        </p:spPr>
        <p:txBody>
          <a:bodyPr>
            <a:normAutofit/>
          </a:bodyPr>
          <a:lstStyle>
            <a:lvl1pPr>
              <a:defRPr sz="1800" i="1">
                <a:solidFill>
                  <a:schemeClr val="accent1"/>
                </a:solidFill>
                <a:latin typeface="+mj-lt"/>
              </a:defRPr>
            </a:lvl1pPr>
          </a:lstStyle>
          <a:p>
            <a:pPr lvl="0"/>
            <a:r>
              <a:rPr lang="en-US"/>
              <a:t>Click to edit subtitle</a:t>
            </a:r>
          </a:p>
        </p:txBody>
      </p:sp>
    </p:spTree>
    <p:extLst>
      <p:ext uri="{BB962C8B-B14F-4D97-AF65-F5344CB8AC3E}">
        <p14:creationId xmlns:p14="http://schemas.microsoft.com/office/powerpoint/2010/main" val="340040034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ight_BK_Heading + Text No Pic">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4355" y="789774"/>
            <a:ext cx="4925604" cy="1224639"/>
          </a:xfrm>
          <a:prstGeom prst="rect">
            <a:avLst/>
          </a:prstGeom>
        </p:spPr>
        <p:txBody>
          <a:bodyPr anchor="t">
            <a:noAutofit/>
          </a:bodyPr>
          <a:lstStyle>
            <a:lvl1pPr algn="l">
              <a:defRPr sz="4400" b="0">
                <a:solidFill>
                  <a:schemeClr val="bg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0C27D812-23F9-4ABC-2DDE-F67533BB58AF}"/>
              </a:ext>
            </a:extLst>
          </p:cNvPr>
          <p:cNvSpPr>
            <a:spLocks noGrp="1"/>
          </p:cNvSpPr>
          <p:nvPr>
            <p:ph type="body" sz="quarter" idx="16"/>
          </p:nvPr>
        </p:nvSpPr>
        <p:spPr>
          <a:xfrm>
            <a:off x="6874355" y="2387391"/>
            <a:ext cx="4925605" cy="3308684"/>
          </a:xfrm>
        </p:spPr>
        <p:txBody>
          <a:bodyPr>
            <a:normAutofit/>
          </a:bodyPr>
          <a:lstStyle>
            <a:lvl1pPr marL="0" indent="0">
              <a:lnSpc>
                <a:spcPct val="110000"/>
              </a:lnSpc>
              <a:spcBef>
                <a:spcPts val="1200"/>
              </a:spcBef>
              <a:buFont typeface="Arial" panose="020B0604020202020204" pitchFamily="34" charset="0"/>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12884868"/>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_BK_Picture R">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bg1"/>
                </a:solidFill>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177890687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eft_BK_Heading No Tex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188466880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eft_BK_Heading + Tex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bg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0" indent="0">
              <a:lnSpc>
                <a:spcPct val="110000"/>
              </a:lnSpc>
              <a:spcBef>
                <a:spcPts val="1200"/>
              </a:spcBef>
              <a:buFont typeface="Arial" panose="020B0604020202020204" pitchFamily="34" charset="0"/>
              <a:buNone/>
              <a:defRPr sz="1800">
                <a:solidFill>
                  <a:schemeClr val="bg1"/>
                </a:solidFill>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348252992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ft_BK_Heading Low">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11" name="Title 1">
            <a:extLst>
              <a:ext uri="{FF2B5EF4-FFF2-40B4-BE49-F238E27FC236}">
                <a16:creationId xmlns:a16="http://schemas.microsoft.com/office/drawing/2014/main" id="{817B4DCB-818A-3078-CE5A-DD57155B9600}"/>
              </a:ext>
            </a:extLst>
          </p:cNvPr>
          <p:cNvSpPr>
            <a:spLocks noGrp="1"/>
          </p:cNvSpPr>
          <p:nvPr>
            <p:ph type="ctrTitle" hasCustomPrompt="1"/>
          </p:nvPr>
        </p:nvSpPr>
        <p:spPr>
          <a:xfrm>
            <a:off x="395902" y="1226568"/>
            <a:ext cx="5184765" cy="695426"/>
          </a:xfrm>
          <a:prstGeom prst="rect">
            <a:avLst/>
          </a:prstGeom>
        </p:spPr>
        <p:txBody>
          <a:bodyPr anchor="t">
            <a:noAutofit/>
          </a:bodyPr>
          <a:lstStyle>
            <a:lvl1pPr algn="l">
              <a:defRPr sz="4400" b="0">
                <a:solidFill>
                  <a:schemeClr val="bg1"/>
                </a:solidFill>
              </a:defRPr>
            </a:lvl1pPr>
          </a:lstStyle>
          <a:p>
            <a:r>
              <a:rPr lang="en-US"/>
              <a:t>Click to edit title.</a:t>
            </a:r>
          </a:p>
        </p:txBody>
      </p:sp>
      <p:sp>
        <p:nvSpPr>
          <p:cNvPr id="13" name="Text Placeholder 6">
            <a:extLst>
              <a:ext uri="{FF2B5EF4-FFF2-40B4-BE49-F238E27FC236}">
                <a16:creationId xmlns:a16="http://schemas.microsoft.com/office/drawing/2014/main" id="{E66538DA-2D1B-1EE1-BF4B-913295FE3604}"/>
              </a:ext>
            </a:extLst>
          </p:cNvPr>
          <p:cNvSpPr>
            <a:spLocks noGrp="1"/>
          </p:cNvSpPr>
          <p:nvPr>
            <p:ph type="body" sz="quarter" idx="13"/>
          </p:nvPr>
        </p:nvSpPr>
        <p:spPr>
          <a:xfrm>
            <a:off x="395902" y="2707353"/>
            <a:ext cx="5184764" cy="2944147"/>
          </a:xfrm>
        </p:spPr>
        <p:txBody>
          <a:bodyPr>
            <a:normAutofit/>
          </a:bodyPr>
          <a:lstStyle>
            <a:lvl1pPr>
              <a:defRPr sz="1800">
                <a:solidFill>
                  <a:schemeClr val="bg1"/>
                </a:solidFill>
              </a:defRPr>
            </a:lvl1pPr>
          </a:lstStyle>
          <a:p>
            <a:pPr lvl="0"/>
            <a:r>
              <a:rPr lang="en-US"/>
              <a:t>Click to edit Master text styles</a:t>
            </a:r>
          </a:p>
        </p:txBody>
      </p:sp>
      <p:sp>
        <p:nvSpPr>
          <p:cNvPr id="14" name="Text Placeholder 9">
            <a:extLst>
              <a:ext uri="{FF2B5EF4-FFF2-40B4-BE49-F238E27FC236}">
                <a16:creationId xmlns:a16="http://schemas.microsoft.com/office/drawing/2014/main" id="{BF37160D-8B5F-DD84-82D8-9D364540E64B}"/>
              </a:ext>
            </a:extLst>
          </p:cNvPr>
          <p:cNvSpPr>
            <a:spLocks noGrp="1"/>
          </p:cNvSpPr>
          <p:nvPr>
            <p:ph type="body" sz="quarter" idx="14" hasCustomPrompt="1"/>
          </p:nvPr>
        </p:nvSpPr>
        <p:spPr>
          <a:xfrm>
            <a:off x="6896101" y="1727200"/>
            <a:ext cx="4470400" cy="3924300"/>
          </a:xfrm>
        </p:spPr>
        <p:txBody>
          <a:bodyPr>
            <a:normAutofit/>
          </a:bodyPr>
          <a:lstStyle>
            <a:lvl1pPr>
              <a:lnSpc>
                <a:spcPct val="150000"/>
              </a:lnSpc>
              <a:defRPr sz="1800">
                <a:solidFill>
                  <a:schemeClr val="tx1"/>
                </a:solidFill>
              </a:defRPr>
            </a:lvl1pPr>
            <a:lvl2pPr>
              <a:lnSpc>
                <a:spcPct val="150000"/>
              </a:lnSpc>
              <a:defRPr sz="1800">
                <a:solidFill>
                  <a:schemeClr val="tx1"/>
                </a:solidFill>
              </a:defRPr>
            </a:lvl2pPr>
            <a:lvl3pPr>
              <a:lnSpc>
                <a:spcPct val="150000"/>
              </a:lnSpc>
              <a:defRPr sz="1800">
                <a:solidFill>
                  <a:schemeClr val="tx1"/>
                </a:solidFill>
              </a:defRPr>
            </a:lvl3pPr>
            <a:lvl4pPr>
              <a:lnSpc>
                <a:spcPct val="150000"/>
              </a:lnSpc>
              <a:defRPr sz="1800">
                <a:solidFill>
                  <a:schemeClr val="tx1"/>
                </a:solidFill>
              </a:defRPr>
            </a:lvl4pPr>
            <a:lvl5pPr>
              <a:lnSpc>
                <a:spcPct val="150000"/>
              </a:lnSpc>
              <a:defRPr sz="1800">
                <a:solidFill>
                  <a:schemeClr val="tx1"/>
                </a:solidFill>
              </a:defRPr>
            </a:lvl5pPr>
          </a:lstStyle>
          <a:p>
            <a:pPr lvl="0"/>
            <a:r>
              <a:rPr lang="en-US"/>
              <a:t>Click to edit text</a:t>
            </a:r>
          </a:p>
        </p:txBody>
      </p:sp>
      <p:sp>
        <p:nvSpPr>
          <p:cNvPr id="19" name="Text Placeholder 6">
            <a:extLst>
              <a:ext uri="{FF2B5EF4-FFF2-40B4-BE49-F238E27FC236}">
                <a16:creationId xmlns:a16="http://schemas.microsoft.com/office/drawing/2014/main" id="{3B6353F0-16B5-B70A-57C6-03B3B86CA3D0}"/>
              </a:ext>
            </a:extLst>
          </p:cNvPr>
          <p:cNvSpPr>
            <a:spLocks noGrp="1"/>
          </p:cNvSpPr>
          <p:nvPr>
            <p:ph type="body" sz="quarter" idx="15" hasCustomPrompt="1"/>
          </p:nvPr>
        </p:nvSpPr>
        <p:spPr>
          <a:xfrm>
            <a:off x="395902" y="1922780"/>
            <a:ext cx="5184764" cy="461127"/>
          </a:xfrm>
        </p:spPr>
        <p:txBody>
          <a:bodyPr>
            <a:normAutofit/>
          </a:bodyPr>
          <a:lstStyle>
            <a:lvl1pPr>
              <a:defRPr sz="1800" i="1">
                <a:solidFill>
                  <a:schemeClr val="accent1"/>
                </a:solidFill>
                <a:latin typeface="+mj-lt"/>
              </a:defRPr>
            </a:lvl1pPr>
          </a:lstStyle>
          <a:p>
            <a:pPr lvl="0"/>
            <a:r>
              <a:rPr lang="en-US"/>
              <a:t>Click to edit subtitle</a:t>
            </a:r>
          </a:p>
        </p:txBody>
      </p:sp>
    </p:spTree>
    <p:extLst>
      <p:ext uri="{BB962C8B-B14F-4D97-AF65-F5344CB8AC3E}">
        <p14:creationId xmlns:p14="http://schemas.microsoft.com/office/powerpoint/2010/main" val="17500767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eft_BK_Heading + Text No Pic">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5005333" cy="1261562"/>
          </a:xfrm>
          <a:prstGeom prst="rect">
            <a:avLst/>
          </a:prstGeom>
        </p:spPr>
        <p:txBody>
          <a:bodyPr anchor="t">
            <a:noAutofit/>
          </a:bodyPr>
          <a:lstStyle>
            <a:lvl1pPr algn="l">
              <a:defRPr sz="4400" b="0">
                <a:solidFill>
                  <a:schemeClr val="bg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0" indent="0">
              <a:lnSpc>
                <a:spcPct val="110000"/>
              </a:lnSpc>
              <a:spcBef>
                <a:spcPts val="1200"/>
              </a:spcBef>
              <a:buFont typeface="Arial" panose="020B0604020202020204" pitchFamily="34" charset="0"/>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9495927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urse Offerings Slide">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07113"/>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pic>
        <p:nvPicPr>
          <p:cNvPr id="7" name="Picture 6">
            <a:extLst>
              <a:ext uri="{FF2B5EF4-FFF2-40B4-BE49-F238E27FC236}">
                <a16:creationId xmlns:a16="http://schemas.microsoft.com/office/drawing/2014/main" id="{E5B4F52C-25A5-7EA0-B7B8-656A28135DE0}"/>
              </a:ext>
            </a:extLst>
          </p:cNvPr>
          <p:cNvPicPr>
            <a:picLocks noChangeAspect="1"/>
          </p:cNvPicPr>
          <p:nvPr userDrawn="1"/>
        </p:nvPicPr>
        <p:blipFill>
          <a:blip r:embed="rId2"/>
          <a:srcRect t="1210" b="1210"/>
          <a:stretch/>
        </p:blipFill>
        <p:spPr>
          <a:xfrm>
            <a:off x="706531" y="868671"/>
            <a:ext cx="1323625" cy="1291602"/>
          </a:xfrm>
          <a:prstGeom prst="roundRect">
            <a:avLst>
              <a:gd name="adj" fmla="val 8228"/>
            </a:avLst>
          </a:prstGeom>
        </p:spPr>
      </p:pic>
      <p:sp>
        <p:nvSpPr>
          <p:cNvPr id="10" name="Rounded Rectangle 9">
            <a:extLst>
              <a:ext uri="{FF2B5EF4-FFF2-40B4-BE49-F238E27FC236}">
                <a16:creationId xmlns:a16="http://schemas.microsoft.com/office/drawing/2014/main" id="{795A8871-09AC-8BFF-3134-44179C648567}"/>
              </a:ext>
            </a:extLst>
          </p:cNvPr>
          <p:cNvSpPr/>
          <p:nvPr userDrawn="1"/>
        </p:nvSpPr>
        <p:spPr>
          <a:xfrm>
            <a:off x="728168" y="5189288"/>
            <a:ext cx="4279874" cy="482983"/>
          </a:xfrm>
          <a:prstGeom prst="roundRect">
            <a:avLst>
              <a:gd name="adj" fmla="val 31469"/>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74320" tIns="182880" rIns="274320" bIns="182880" rtlCol="0" anchor="ctr" anchorCtr="0"/>
          <a:lstStyle/>
          <a:p>
            <a:pPr algn="ctr" rtl="0" fontAlgn="base">
              <a:lnSpc>
                <a:spcPts val="1725"/>
              </a:lnSpc>
            </a:pPr>
            <a:r>
              <a:rPr lang="en-US" sz="1600" b="1">
                <a:solidFill>
                  <a:schemeClr val="tx1"/>
                </a:solidFill>
              </a:rPr>
              <a:t>More </a:t>
            </a:r>
            <a:r>
              <a:rPr lang="en-US" sz="1600" b="1" i="0" u="none" strike="noStrike">
                <a:solidFill>
                  <a:schemeClr val="tx1"/>
                </a:solidFill>
                <a:effectLst/>
              </a:rPr>
              <a:t>course offerings on our website</a:t>
            </a:r>
            <a:endParaRPr lang="en-US" sz="1400" b="1">
              <a:solidFill>
                <a:schemeClr val="tx1"/>
              </a:solidFill>
              <a:effectLst/>
              <a:latin typeface="PP Mori" pitchFamily="2" charset="77"/>
            </a:endParaRPr>
          </a:p>
        </p:txBody>
      </p:sp>
      <p:sp>
        <p:nvSpPr>
          <p:cNvPr id="11" name="TextBox 10">
            <a:extLst>
              <a:ext uri="{FF2B5EF4-FFF2-40B4-BE49-F238E27FC236}">
                <a16:creationId xmlns:a16="http://schemas.microsoft.com/office/drawing/2014/main" id="{02BCDDBC-9229-6A46-2748-EA7483DB18B4}"/>
              </a:ext>
            </a:extLst>
          </p:cNvPr>
          <p:cNvSpPr txBox="1"/>
          <p:nvPr userDrawn="1"/>
        </p:nvSpPr>
        <p:spPr>
          <a:xfrm>
            <a:off x="2266512" y="752852"/>
            <a:ext cx="3283594" cy="1631216"/>
          </a:xfrm>
          <a:prstGeom prst="rect">
            <a:avLst/>
          </a:prstGeom>
          <a:noFill/>
        </p:spPr>
        <p:txBody>
          <a:bodyPr wrap="square" rtlCol="0">
            <a:spAutoFit/>
          </a:bodyPr>
          <a:lstStyle/>
          <a:p>
            <a:pPr>
              <a:lnSpc>
                <a:spcPts val="4000"/>
              </a:lnSpc>
            </a:pPr>
            <a:r>
              <a:rPr lang="en-US" sz="3600">
                <a:solidFill>
                  <a:schemeClr val="bg1"/>
                </a:solidFill>
                <a:latin typeface="+mj-lt"/>
              </a:rPr>
              <a:t>Upcoming Courses at Productside</a:t>
            </a:r>
          </a:p>
        </p:txBody>
      </p:sp>
      <p:sp>
        <p:nvSpPr>
          <p:cNvPr id="12" name="TextBox 11">
            <a:extLst>
              <a:ext uri="{FF2B5EF4-FFF2-40B4-BE49-F238E27FC236}">
                <a16:creationId xmlns:a16="http://schemas.microsoft.com/office/drawing/2014/main" id="{6E254127-4F63-E6DB-12A6-0062B19A0ACC}"/>
              </a:ext>
            </a:extLst>
          </p:cNvPr>
          <p:cNvSpPr txBox="1"/>
          <p:nvPr userDrawn="1"/>
        </p:nvSpPr>
        <p:spPr>
          <a:xfrm>
            <a:off x="624501" y="2545376"/>
            <a:ext cx="4717850" cy="2420117"/>
          </a:xfrm>
          <a:prstGeom prst="rect">
            <a:avLst/>
          </a:prstGeom>
          <a:noFill/>
        </p:spPr>
        <p:txBody>
          <a:bodyPr wrap="square" rtlCol="0">
            <a:noAutofit/>
          </a:bodyPr>
          <a:lstStyle/>
          <a:p>
            <a:pPr>
              <a:lnSpc>
                <a:spcPct val="150000"/>
              </a:lnSpc>
            </a:pPr>
            <a:r>
              <a:rPr lang="en-US" sz="1200" b="1" spc="300">
                <a:solidFill>
                  <a:schemeClr val="accent1"/>
                </a:solidFill>
              </a:rPr>
              <a:t>SOLUTIONS FOR TEAMS &amp; INDIVIDUALS</a:t>
            </a:r>
            <a:endParaRPr lang="en-US" sz="1200" b="1" spc="300" noProof="0">
              <a:solidFill>
                <a:schemeClr val="accent1"/>
              </a:solidFill>
            </a:endParaRPr>
          </a:p>
          <a:p>
            <a:pPr marL="285750" lvl="0" indent="-285750">
              <a:lnSpc>
                <a:spcPct val="150000"/>
              </a:lnSpc>
              <a:buFont typeface="Arial" panose="020B0604020202020204" pitchFamily="34" charset="0"/>
              <a:buChar char="•"/>
            </a:pPr>
            <a:r>
              <a:rPr lang="en-US" sz="1600">
                <a:solidFill>
                  <a:schemeClr val="bg1"/>
                </a:solidFill>
              </a:rPr>
              <a:t>Entry-level PMs who seek comprehensive understanding </a:t>
            </a:r>
          </a:p>
          <a:p>
            <a:pPr marL="285750" lvl="0" indent="-285750">
              <a:lnSpc>
                <a:spcPct val="150000"/>
              </a:lnSpc>
              <a:buFont typeface="Arial" panose="020B0604020202020204" pitchFamily="34" charset="0"/>
              <a:buChar char="•"/>
            </a:pPr>
            <a:r>
              <a:rPr lang="en-US" sz="1600">
                <a:solidFill>
                  <a:schemeClr val="bg1"/>
                </a:solidFill>
              </a:rPr>
              <a:t>Experienced PMs seeking better results</a:t>
            </a:r>
          </a:p>
          <a:p>
            <a:pPr marL="285750" lvl="0" indent="-285750">
              <a:lnSpc>
                <a:spcPct val="150000"/>
              </a:lnSpc>
              <a:buFont typeface="Arial" panose="020B0604020202020204" pitchFamily="34" charset="0"/>
              <a:buChar char="•"/>
            </a:pPr>
            <a:r>
              <a:rPr lang="en-US" sz="1600" noProof="0">
                <a:solidFill>
                  <a:schemeClr val="bg1"/>
                </a:solidFill>
              </a:rPr>
              <a:t>Level-setting teams on consistent framework, process &amp; understanding </a:t>
            </a:r>
            <a:endParaRPr lang="en-US" sz="1600">
              <a:solidFill>
                <a:schemeClr val="bg1"/>
              </a:solidFill>
            </a:endParaRPr>
          </a:p>
        </p:txBody>
      </p:sp>
    </p:spTree>
    <p:extLst>
      <p:ext uri="{BB962C8B-B14F-4D97-AF65-F5344CB8AC3E}">
        <p14:creationId xmlns:p14="http://schemas.microsoft.com/office/powerpoint/2010/main" val="125093668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ory Slide">
    <p:bg>
      <p:bgPr>
        <a:blipFill dpi="0" rotWithShape="1">
          <a:blip r:embed="rId2">
            <a:lum/>
          </a:blip>
          <a:srcRect/>
          <a:stretch>
            <a:fillRect t="-42000" b="-42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903655-3BA6-4593-61C0-2A15B67EB835}"/>
              </a:ext>
            </a:extLst>
          </p:cNvPr>
          <p:cNvSpPr/>
          <p:nvPr userDrawn="1"/>
        </p:nvSpPr>
        <p:spPr>
          <a:xfrm>
            <a:off x="0" y="0"/>
            <a:ext cx="7086600" cy="6858000"/>
          </a:xfrm>
          <a:prstGeom prst="rect">
            <a:avLst/>
          </a:prstGeom>
          <a:gradFill flip="none" rotWithShape="1">
            <a:gsLst>
              <a:gs pos="0">
                <a:schemeClr val="bg1">
                  <a:alpha val="0"/>
                </a:schemeClr>
              </a:gs>
              <a:gs pos="100000">
                <a:schemeClr val="bg2"/>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2EE4CF5-9A04-52B6-89D0-2B619BDD0330}"/>
              </a:ext>
            </a:extLst>
          </p:cNvPr>
          <p:cNvSpPr>
            <a:spLocks noGrp="1"/>
          </p:cNvSpPr>
          <p:nvPr>
            <p:ph type="sldNum" sz="quarter" idx="10"/>
          </p:nvPr>
        </p:nvSpPr>
        <p:spPr/>
        <p:txBody>
          <a:bodyPr/>
          <a:lstStyle/>
          <a:p>
            <a:fld id="{C6E10DBF-A5B8-604C-8CA6-B077E5EF61A1}" type="slidenum">
              <a:rPr lang="en-US" smtClean="0"/>
              <a:pPr/>
              <a:t>‹#›</a:t>
            </a:fld>
            <a:endParaRPr lang="en-US"/>
          </a:p>
        </p:txBody>
      </p:sp>
      <p:sp>
        <p:nvSpPr>
          <p:cNvPr id="4" name="Footer Placeholder 3">
            <a:extLst>
              <a:ext uri="{FF2B5EF4-FFF2-40B4-BE49-F238E27FC236}">
                <a16:creationId xmlns:a16="http://schemas.microsoft.com/office/drawing/2014/main" id="{7D8535FE-4124-C82F-694A-7752FA6530AB}"/>
              </a:ext>
            </a:extLst>
          </p:cNvPr>
          <p:cNvSpPr>
            <a:spLocks noGrp="1"/>
          </p:cNvSpPr>
          <p:nvPr>
            <p:ph type="ftr" sz="quarter" idx="11"/>
          </p:nvPr>
        </p:nvSpPr>
        <p:spPr/>
        <p:txBody>
          <a:bodyPr/>
          <a:lstStyle/>
          <a:p>
            <a:r>
              <a:rPr lang="en-US"/>
              <a:t>Webinar | Title | Date</a:t>
            </a:r>
          </a:p>
        </p:txBody>
      </p:sp>
      <p:sp>
        <p:nvSpPr>
          <p:cNvPr id="7" name="Footer Placeholder 11">
            <a:extLst>
              <a:ext uri="{FF2B5EF4-FFF2-40B4-BE49-F238E27FC236}">
                <a16:creationId xmlns:a16="http://schemas.microsoft.com/office/drawing/2014/main" id="{B61DB2A0-EF05-736B-C02C-9568AF4A9B46}"/>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t>©  PRODUCTSIDE</a:t>
            </a:r>
          </a:p>
        </p:txBody>
      </p:sp>
      <p:sp>
        <p:nvSpPr>
          <p:cNvPr id="10" name="Title 1">
            <a:extLst>
              <a:ext uri="{FF2B5EF4-FFF2-40B4-BE49-F238E27FC236}">
                <a16:creationId xmlns:a16="http://schemas.microsoft.com/office/drawing/2014/main" id="{C5C66371-CBB7-D439-E6DD-051EA6DEC2FF}"/>
              </a:ext>
            </a:extLst>
          </p:cNvPr>
          <p:cNvSpPr>
            <a:spLocks noGrp="1"/>
          </p:cNvSpPr>
          <p:nvPr>
            <p:ph type="ctrTitle" hasCustomPrompt="1"/>
          </p:nvPr>
        </p:nvSpPr>
        <p:spPr>
          <a:xfrm>
            <a:off x="395903" y="1226567"/>
            <a:ext cx="4440458" cy="1224639"/>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11" name="Text Placeholder 6">
            <a:extLst>
              <a:ext uri="{FF2B5EF4-FFF2-40B4-BE49-F238E27FC236}">
                <a16:creationId xmlns:a16="http://schemas.microsoft.com/office/drawing/2014/main" id="{5A8D2B60-41E2-0C0C-866F-1EBD558B1358}"/>
              </a:ext>
            </a:extLst>
          </p:cNvPr>
          <p:cNvSpPr>
            <a:spLocks noGrp="1"/>
          </p:cNvSpPr>
          <p:nvPr>
            <p:ph type="body" sz="quarter" idx="13"/>
          </p:nvPr>
        </p:nvSpPr>
        <p:spPr>
          <a:xfrm>
            <a:off x="395902" y="2819400"/>
            <a:ext cx="4440458" cy="2832100"/>
          </a:xfrm>
        </p:spPr>
        <p:txBody>
          <a:bodyPr>
            <a:normAutofit/>
          </a:bodyPr>
          <a:lstStyle>
            <a:lvl1pPr>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78355352"/>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Right_BK_Picture Lef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6096000"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878219" y="789774"/>
            <a:ext cx="4925605" cy="1224639"/>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11" name="Picture Placeholder 7">
            <a:extLst>
              <a:ext uri="{FF2B5EF4-FFF2-40B4-BE49-F238E27FC236}">
                <a16:creationId xmlns:a16="http://schemas.microsoft.com/office/drawing/2014/main" id="{9050D7A8-6AA6-0028-6C54-23866AF3D498}"/>
              </a:ext>
            </a:extLst>
          </p:cNvPr>
          <p:cNvSpPr>
            <a:spLocks noGrp="1"/>
          </p:cNvSpPr>
          <p:nvPr>
            <p:ph type="pic" sz="quarter" idx="15"/>
          </p:nvPr>
        </p:nvSpPr>
        <p:spPr>
          <a:xfrm>
            <a:off x="742017" y="1059657"/>
            <a:ext cx="4579489" cy="4738687"/>
          </a:xfrm>
          <a:prstGeom prst="roundRect">
            <a:avLst>
              <a:gd name="adj" fmla="val 9876"/>
            </a:avLst>
          </a:prstGeom>
        </p:spPr>
        <p:txBody>
          <a:bodyPr/>
          <a:lstStyle/>
          <a:p>
            <a:endParaRPr lang="en-US"/>
          </a:p>
        </p:txBody>
      </p:sp>
      <p:sp>
        <p:nvSpPr>
          <p:cNvPr id="15" name="Text Placeholder 6">
            <a:extLst>
              <a:ext uri="{FF2B5EF4-FFF2-40B4-BE49-F238E27FC236}">
                <a16:creationId xmlns:a16="http://schemas.microsoft.com/office/drawing/2014/main" id="{E8A61C31-92A5-E551-DBC2-63891DA50ADE}"/>
              </a:ext>
            </a:extLst>
          </p:cNvPr>
          <p:cNvSpPr>
            <a:spLocks noGrp="1"/>
          </p:cNvSpPr>
          <p:nvPr>
            <p:ph type="body" sz="quarter" idx="16"/>
          </p:nvPr>
        </p:nvSpPr>
        <p:spPr>
          <a:xfrm>
            <a:off x="6874355"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93632896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Left_BK_Picture Right">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ABAA5E3-8704-28E2-861B-FB67753CACEC}"/>
              </a:ext>
            </a:extLst>
          </p:cNvPr>
          <p:cNvSpPr/>
          <p:nvPr userDrawn="1"/>
        </p:nvSpPr>
        <p:spPr>
          <a:xfrm>
            <a:off x="-386317" y="-312757"/>
            <a:ext cx="6482317" cy="6627582"/>
          </a:xfrm>
          <a:prstGeom prst="roundRect">
            <a:avLst>
              <a:gd name="adj" fmla="val 389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accent1"/>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285750" indent="-285750">
              <a:lnSpc>
                <a:spcPct val="110000"/>
              </a:lnSpc>
              <a:spcBef>
                <a:spcPts val="1200"/>
              </a:spcBef>
              <a:buFont typeface="Arial" panose="020B0604020202020204" pitchFamily="34" charset="0"/>
              <a:buChar char="•"/>
              <a:defRPr sz="1800">
                <a:solidFill>
                  <a:schemeClr val="bg1"/>
                </a:solidFill>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249796747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_Low_Text_Lef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010CD5-E471-651E-146F-7B89A060CC1D}"/>
              </a:ext>
            </a:extLst>
          </p:cNvPr>
          <p:cNvSpPr>
            <a:spLocks noGrp="1"/>
          </p:cNvSpPr>
          <p:nvPr>
            <p:ph type="sldNum" sz="quarter" idx="13"/>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8794AD10-CBB6-BD8E-9999-6C3C51AE4E1F}"/>
              </a:ext>
            </a:extLst>
          </p:cNvPr>
          <p:cNvSpPr>
            <a:spLocks noGrp="1"/>
          </p:cNvSpPr>
          <p:nvPr>
            <p:ph type="ftr" sz="quarter" idx="14"/>
          </p:nvPr>
        </p:nvSpPr>
        <p:spPr/>
        <p:txBody>
          <a:bodyPr/>
          <a:lstStyle/>
          <a:p>
            <a:r>
              <a:rPr lang="en-US"/>
              <a:t>Webinar | Title | Date</a:t>
            </a:r>
          </a:p>
        </p:txBody>
      </p:sp>
      <p:sp>
        <p:nvSpPr>
          <p:cNvPr id="6" name="Text Placeholder 6">
            <a:extLst>
              <a:ext uri="{FF2B5EF4-FFF2-40B4-BE49-F238E27FC236}">
                <a16:creationId xmlns:a16="http://schemas.microsoft.com/office/drawing/2014/main" id="{7C4E8168-F382-1C10-F1C5-D425CE1164EE}"/>
              </a:ext>
            </a:extLst>
          </p:cNvPr>
          <p:cNvSpPr>
            <a:spLocks noGrp="1"/>
          </p:cNvSpPr>
          <p:nvPr>
            <p:ph type="body" sz="quarter" idx="15"/>
          </p:nvPr>
        </p:nvSpPr>
        <p:spPr>
          <a:xfrm>
            <a:off x="624500" y="2387390"/>
            <a:ext cx="4925605" cy="3604336"/>
          </a:xfrm>
        </p:spPr>
        <p:txBody>
          <a:bodyPr>
            <a:normAutofit/>
          </a:bodyPr>
          <a:lstStyle>
            <a:lvl1pPr>
              <a:defRPr sz="1800"/>
            </a:lvl1pPr>
          </a:lstStyle>
          <a:p>
            <a:pPr lvl="0"/>
            <a:r>
              <a:rPr lang="en-US"/>
              <a:t>Click to edit Master text styles</a:t>
            </a:r>
          </a:p>
        </p:txBody>
      </p:sp>
      <p:sp>
        <p:nvSpPr>
          <p:cNvPr id="7" name="Title 2">
            <a:extLst>
              <a:ext uri="{FF2B5EF4-FFF2-40B4-BE49-F238E27FC236}">
                <a16:creationId xmlns:a16="http://schemas.microsoft.com/office/drawing/2014/main" id="{E04BE36F-7FCB-2BDD-8EC5-3D108138B549}"/>
              </a:ext>
            </a:extLst>
          </p:cNvPr>
          <p:cNvSpPr>
            <a:spLocks noGrp="1"/>
          </p:cNvSpPr>
          <p:nvPr>
            <p:ph type="title" hasCustomPrompt="1"/>
          </p:nvPr>
        </p:nvSpPr>
        <p:spPr>
          <a:xfrm>
            <a:off x="624501" y="752852"/>
            <a:ext cx="4925605" cy="1261562"/>
          </a:xfrm>
        </p:spPr>
        <p:txBody>
          <a:bodyPr>
            <a:noAutofit/>
          </a:bodyPr>
          <a:lstStyle>
            <a:lvl1pPr>
              <a:defRPr sz="4400"/>
            </a:lvl1pPr>
          </a:lstStyle>
          <a:p>
            <a:r>
              <a:rPr lang="en-US"/>
              <a:t>Click to edit title text</a:t>
            </a:r>
          </a:p>
        </p:txBody>
      </p:sp>
    </p:spTree>
    <p:extLst>
      <p:ext uri="{BB962C8B-B14F-4D97-AF65-F5344CB8AC3E}">
        <p14:creationId xmlns:p14="http://schemas.microsoft.com/office/powerpoint/2010/main" val="29976861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Half Gray - Top">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5B31681-AEAC-6565-053B-C7FED3BCCD09}"/>
              </a:ext>
            </a:extLst>
          </p:cNvPr>
          <p:cNvSpPr>
            <a:spLocks noGrp="1"/>
          </p:cNvSpPr>
          <p:nvPr>
            <p:ph type="pic" sz="quarter" idx="15"/>
          </p:nvPr>
        </p:nvSpPr>
        <p:spPr>
          <a:xfrm>
            <a:off x="629919" y="2644775"/>
            <a:ext cx="6079603" cy="3141663"/>
          </a:xfrm>
          <a:prstGeom prst="roundRect">
            <a:avLst>
              <a:gd name="adj" fmla="val 8259"/>
            </a:avLst>
          </a:prstGeom>
        </p:spPr>
        <p:txBody>
          <a:bodyPr/>
          <a:lstStyle/>
          <a:p>
            <a:endParaRPr lang="en-US"/>
          </a:p>
        </p:txBody>
      </p:sp>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0">
            <a:extLst>
              <a:ext uri="{FF2B5EF4-FFF2-40B4-BE49-F238E27FC236}">
                <a16:creationId xmlns:a16="http://schemas.microsoft.com/office/drawing/2014/main" id="{49C127BE-5F37-06A5-75D8-B0508B1CF0A9}"/>
              </a:ext>
            </a:extLst>
          </p:cNvPr>
          <p:cNvSpPr>
            <a:spLocks noGrp="1"/>
          </p:cNvSpPr>
          <p:nvPr>
            <p:ph type="body" sz="quarter" idx="11" hasCustomPrompt="1"/>
          </p:nvPr>
        </p:nvSpPr>
        <p:spPr>
          <a:xfrm>
            <a:off x="7479767" y="5549053"/>
            <a:ext cx="3683533" cy="539514"/>
          </a:xfrm>
        </p:spPr>
        <p:txBody>
          <a:bodyPr>
            <a:normAutofit/>
          </a:bodyPr>
          <a:lstStyle>
            <a:lvl1pPr marL="0" indent="0" algn="ctr">
              <a:lnSpc>
                <a:spcPct val="100000"/>
              </a:lnSpc>
              <a:buNone/>
              <a:defRPr sz="2400" b="1">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
        <p:nvSpPr>
          <p:cNvPr id="13" name="Picture Placeholder 12">
            <a:extLst>
              <a:ext uri="{FF2B5EF4-FFF2-40B4-BE49-F238E27FC236}">
                <a16:creationId xmlns:a16="http://schemas.microsoft.com/office/drawing/2014/main" id="{0DA8CA5A-E509-C9DC-2B47-84A8250B8EEE}"/>
              </a:ext>
            </a:extLst>
          </p:cNvPr>
          <p:cNvSpPr>
            <a:spLocks noGrp="1"/>
          </p:cNvSpPr>
          <p:nvPr>
            <p:ph type="pic" sz="quarter" idx="19"/>
          </p:nvPr>
        </p:nvSpPr>
        <p:spPr>
          <a:xfrm>
            <a:off x="7942789" y="2627996"/>
            <a:ext cx="2757488" cy="2757488"/>
          </a:xfrm>
        </p:spPr>
        <p:txBody>
          <a:bodyPr/>
          <a:lstStyle/>
          <a:p>
            <a:endParaRPr lang="en-US"/>
          </a:p>
        </p:txBody>
      </p:sp>
    </p:spTree>
    <p:extLst>
      <p:ext uri="{BB962C8B-B14F-4D97-AF65-F5344CB8AC3E}">
        <p14:creationId xmlns:p14="http://schemas.microsoft.com/office/powerpoint/2010/main" val="20801914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Half Gray - Top">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5B31681-AEAC-6565-053B-C7FED3BCCD09}"/>
              </a:ext>
            </a:extLst>
          </p:cNvPr>
          <p:cNvSpPr>
            <a:spLocks noGrp="1"/>
          </p:cNvSpPr>
          <p:nvPr>
            <p:ph type="pic" sz="quarter" idx="15"/>
          </p:nvPr>
        </p:nvSpPr>
        <p:spPr>
          <a:xfrm>
            <a:off x="394490" y="2278444"/>
            <a:ext cx="7249893" cy="4122296"/>
          </a:xfrm>
          <a:prstGeom prst="rect">
            <a:avLst/>
          </a:prstGeom>
        </p:spPr>
        <p:txBody>
          <a:bodyPr/>
          <a:lstStyle/>
          <a:p>
            <a:endParaRPr lang="en-US"/>
          </a:p>
        </p:txBody>
      </p:sp>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0">
            <a:extLst>
              <a:ext uri="{FF2B5EF4-FFF2-40B4-BE49-F238E27FC236}">
                <a16:creationId xmlns:a16="http://schemas.microsoft.com/office/drawing/2014/main" id="{49C127BE-5F37-06A5-75D8-B0508B1CF0A9}"/>
              </a:ext>
            </a:extLst>
          </p:cNvPr>
          <p:cNvSpPr>
            <a:spLocks noGrp="1"/>
          </p:cNvSpPr>
          <p:nvPr>
            <p:ph type="body" sz="quarter" idx="11" hasCustomPrompt="1"/>
          </p:nvPr>
        </p:nvSpPr>
        <p:spPr>
          <a:xfrm>
            <a:off x="7479767" y="5549053"/>
            <a:ext cx="3683533" cy="539514"/>
          </a:xfrm>
        </p:spPr>
        <p:txBody>
          <a:bodyPr>
            <a:normAutofit/>
          </a:bodyPr>
          <a:lstStyle>
            <a:lvl1pPr marL="0" indent="0" algn="ctr">
              <a:lnSpc>
                <a:spcPct val="100000"/>
              </a:lnSpc>
              <a:buNone/>
              <a:defRPr sz="2400" b="1">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
        <p:nvSpPr>
          <p:cNvPr id="13" name="Picture Placeholder 12">
            <a:extLst>
              <a:ext uri="{FF2B5EF4-FFF2-40B4-BE49-F238E27FC236}">
                <a16:creationId xmlns:a16="http://schemas.microsoft.com/office/drawing/2014/main" id="{0DA8CA5A-E509-C9DC-2B47-84A8250B8EEE}"/>
              </a:ext>
            </a:extLst>
          </p:cNvPr>
          <p:cNvSpPr>
            <a:spLocks noGrp="1"/>
          </p:cNvSpPr>
          <p:nvPr>
            <p:ph type="pic" sz="quarter" idx="19"/>
          </p:nvPr>
        </p:nvSpPr>
        <p:spPr>
          <a:xfrm>
            <a:off x="7942789" y="2627996"/>
            <a:ext cx="2757488" cy="2757488"/>
          </a:xfrm>
        </p:spPr>
        <p:txBody>
          <a:bodyPr/>
          <a:lstStyle/>
          <a:p>
            <a:endParaRPr lang="en-US"/>
          </a:p>
        </p:txBody>
      </p:sp>
    </p:spTree>
    <p:extLst>
      <p:ext uri="{BB962C8B-B14F-4D97-AF65-F5344CB8AC3E}">
        <p14:creationId xmlns:p14="http://schemas.microsoft.com/office/powerpoint/2010/main" val="1484496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Half Gray -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45B31681-AEAC-6565-053B-C7FED3BCCD09}"/>
              </a:ext>
            </a:extLst>
          </p:cNvPr>
          <p:cNvSpPr>
            <a:spLocks noGrp="1"/>
          </p:cNvSpPr>
          <p:nvPr>
            <p:ph type="pic" sz="quarter" idx="15"/>
          </p:nvPr>
        </p:nvSpPr>
        <p:spPr>
          <a:xfrm>
            <a:off x="629919" y="1793902"/>
            <a:ext cx="4491595" cy="4789400"/>
          </a:xfrm>
          <a:prstGeom prst="rect">
            <a:avLst/>
          </a:prstGeom>
        </p:spPr>
        <p:txBody>
          <a:bodyPr/>
          <a:lstStyle/>
          <a:p>
            <a:endParaRPr lang="en-US"/>
          </a:p>
        </p:txBody>
      </p:sp>
      <p:sp>
        <p:nvSpPr>
          <p:cNvPr id="10" name="Text Placeholder 10">
            <a:extLst>
              <a:ext uri="{FF2B5EF4-FFF2-40B4-BE49-F238E27FC236}">
                <a16:creationId xmlns:a16="http://schemas.microsoft.com/office/drawing/2014/main" id="{49C127BE-5F37-06A5-75D8-B0508B1CF0A9}"/>
              </a:ext>
            </a:extLst>
          </p:cNvPr>
          <p:cNvSpPr>
            <a:spLocks noGrp="1"/>
          </p:cNvSpPr>
          <p:nvPr>
            <p:ph type="body" sz="quarter" idx="11" hasCustomPrompt="1"/>
          </p:nvPr>
        </p:nvSpPr>
        <p:spPr>
          <a:xfrm>
            <a:off x="8716510" y="2627997"/>
            <a:ext cx="2845570" cy="2757488"/>
          </a:xfrm>
        </p:spPr>
        <p:txBody>
          <a:bodyPr>
            <a:normAutofit/>
          </a:bodyPr>
          <a:lstStyle>
            <a:lvl1pPr marL="0" indent="0">
              <a:lnSpc>
                <a:spcPct val="100000"/>
              </a:lnSpc>
              <a:buNone/>
              <a:defRPr sz="2400">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
        <p:nvSpPr>
          <p:cNvPr id="5" name="Text Placeholder 10">
            <a:extLst>
              <a:ext uri="{FF2B5EF4-FFF2-40B4-BE49-F238E27FC236}">
                <a16:creationId xmlns:a16="http://schemas.microsoft.com/office/drawing/2014/main" id="{2D0B157F-FAC9-B1D5-C577-DB058167F8FC}"/>
              </a:ext>
            </a:extLst>
          </p:cNvPr>
          <p:cNvSpPr>
            <a:spLocks noGrp="1"/>
          </p:cNvSpPr>
          <p:nvPr>
            <p:ph type="body" sz="quarter" idx="19" hasCustomPrompt="1"/>
          </p:nvPr>
        </p:nvSpPr>
        <p:spPr>
          <a:xfrm>
            <a:off x="5121514" y="5549053"/>
            <a:ext cx="3506460" cy="539514"/>
          </a:xfrm>
        </p:spPr>
        <p:txBody>
          <a:bodyPr>
            <a:normAutofit/>
          </a:bodyPr>
          <a:lstStyle>
            <a:lvl1pPr marL="0" indent="0" algn="ctr">
              <a:lnSpc>
                <a:spcPct val="100000"/>
              </a:lnSpc>
              <a:buNone/>
              <a:defRPr sz="2400" b="1">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7" name="Picture Placeholder 12">
            <a:extLst>
              <a:ext uri="{FF2B5EF4-FFF2-40B4-BE49-F238E27FC236}">
                <a16:creationId xmlns:a16="http://schemas.microsoft.com/office/drawing/2014/main" id="{926474BC-5F66-6762-43E7-FEA47C591619}"/>
              </a:ext>
            </a:extLst>
          </p:cNvPr>
          <p:cNvSpPr>
            <a:spLocks noGrp="1"/>
          </p:cNvSpPr>
          <p:nvPr>
            <p:ph type="pic" sz="quarter" idx="20"/>
          </p:nvPr>
        </p:nvSpPr>
        <p:spPr>
          <a:xfrm>
            <a:off x="5496000" y="2627996"/>
            <a:ext cx="2757488" cy="2757488"/>
          </a:xfrm>
        </p:spPr>
        <p:txBody>
          <a:bodyPr/>
          <a:lstStyle/>
          <a:p>
            <a:endParaRPr lang="en-US"/>
          </a:p>
        </p:txBody>
      </p:sp>
    </p:spTree>
    <p:extLst>
      <p:ext uri="{BB962C8B-B14F-4D97-AF65-F5344CB8AC3E}">
        <p14:creationId xmlns:p14="http://schemas.microsoft.com/office/powerpoint/2010/main" val="26694840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Half Gray -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45B31681-AEAC-6565-053B-C7FED3BCCD09}"/>
              </a:ext>
            </a:extLst>
          </p:cNvPr>
          <p:cNvSpPr>
            <a:spLocks noGrp="1"/>
          </p:cNvSpPr>
          <p:nvPr>
            <p:ph type="pic" sz="quarter" idx="15"/>
          </p:nvPr>
        </p:nvSpPr>
        <p:spPr>
          <a:xfrm>
            <a:off x="629919" y="1793902"/>
            <a:ext cx="6195269" cy="4789400"/>
          </a:xfrm>
          <a:prstGeom prst="rect">
            <a:avLst/>
          </a:prstGeom>
        </p:spPr>
        <p:txBody>
          <a:bodyPr/>
          <a:lstStyle/>
          <a:p>
            <a:endParaRPr lang="en-US"/>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
        <p:nvSpPr>
          <p:cNvPr id="8" name="Text Placeholder 10">
            <a:extLst>
              <a:ext uri="{FF2B5EF4-FFF2-40B4-BE49-F238E27FC236}">
                <a16:creationId xmlns:a16="http://schemas.microsoft.com/office/drawing/2014/main" id="{0173A149-4B21-2E5A-1B61-6750B0887C98}"/>
              </a:ext>
            </a:extLst>
          </p:cNvPr>
          <p:cNvSpPr>
            <a:spLocks noGrp="1"/>
          </p:cNvSpPr>
          <p:nvPr>
            <p:ph type="body" sz="quarter" idx="11" hasCustomPrompt="1"/>
          </p:nvPr>
        </p:nvSpPr>
        <p:spPr>
          <a:xfrm>
            <a:off x="7479767" y="5549053"/>
            <a:ext cx="3683533" cy="539514"/>
          </a:xfrm>
        </p:spPr>
        <p:txBody>
          <a:bodyPr>
            <a:normAutofit/>
          </a:bodyPr>
          <a:lstStyle>
            <a:lvl1pPr marL="0" indent="0" algn="ctr">
              <a:lnSpc>
                <a:spcPct val="100000"/>
              </a:lnSpc>
              <a:buNone/>
              <a:defRPr sz="2400" b="1">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11" name="Picture Placeholder 12">
            <a:extLst>
              <a:ext uri="{FF2B5EF4-FFF2-40B4-BE49-F238E27FC236}">
                <a16:creationId xmlns:a16="http://schemas.microsoft.com/office/drawing/2014/main" id="{C2C0756A-9C2B-F0A4-5B4B-2B32A1FC034E}"/>
              </a:ext>
            </a:extLst>
          </p:cNvPr>
          <p:cNvSpPr>
            <a:spLocks noGrp="1"/>
          </p:cNvSpPr>
          <p:nvPr>
            <p:ph type="pic" sz="quarter" idx="19"/>
          </p:nvPr>
        </p:nvSpPr>
        <p:spPr>
          <a:xfrm>
            <a:off x="7942789" y="2627996"/>
            <a:ext cx="2757488" cy="2757488"/>
          </a:xfrm>
        </p:spPr>
        <p:txBody>
          <a:bodyPr/>
          <a:lstStyle/>
          <a:p>
            <a:endParaRPr lang="en-US"/>
          </a:p>
        </p:txBody>
      </p:sp>
    </p:spTree>
    <p:extLst>
      <p:ext uri="{BB962C8B-B14F-4D97-AF65-F5344CB8AC3E}">
        <p14:creationId xmlns:p14="http://schemas.microsoft.com/office/powerpoint/2010/main" val="3961222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Special Offer Slide_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D314F9-B23E-0EE7-88A7-61C6B6A7609B}"/>
              </a:ext>
            </a:extLst>
          </p:cNvPr>
          <p:cNvSpPr/>
          <p:nvPr userDrawn="1"/>
        </p:nvSpPr>
        <p:spPr>
          <a:xfrm>
            <a:off x="0" y="0"/>
            <a:ext cx="12192001" cy="22784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4490" y="769434"/>
            <a:ext cx="10679910" cy="1207031"/>
          </a:xfrm>
        </p:spPr>
        <p:txBody>
          <a:bodyPr anchor="ctr">
            <a:noAutofit/>
          </a:bodyPr>
          <a:lstStyle>
            <a:lvl1pPr>
              <a:defRPr sz="6600"/>
            </a:lvl1pPr>
          </a:lstStyle>
          <a:p>
            <a:r>
              <a:rPr lang="en-US"/>
              <a:t>Click to edit title text</a:t>
            </a:r>
          </a:p>
        </p:txBody>
      </p:sp>
      <p:sp>
        <p:nvSpPr>
          <p:cNvPr id="12" name="Slide Number Placeholder 11">
            <a:extLst>
              <a:ext uri="{FF2B5EF4-FFF2-40B4-BE49-F238E27FC236}">
                <a16:creationId xmlns:a16="http://schemas.microsoft.com/office/drawing/2014/main" id="{35169123-CBA6-23B3-E1A8-793909213E72}"/>
              </a:ext>
            </a:extLst>
          </p:cNvPr>
          <p:cNvSpPr>
            <a:spLocks noGrp="1"/>
          </p:cNvSpPr>
          <p:nvPr>
            <p:ph type="sldNum" sz="quarter" idx="17"/>
          </p:nvPr>
        </p:nvSpPr>
        <p:spPr/>
        <p:txBody>
          <a:bodyPr/>
          <a:lstStyle/>
          <a:p>
            <a:fld id="{C6E10DBF-A5B8-604C-8CA6-B077E5EF61A1}" type="slidenum">
              <a:rPr lang="en-US" smtClean="0"/>
              <a:pPr/>
              <a:t>‹#›</a:t>
            </a:fld>
            <a:endParaRPr lang="en-US"/>
          </a:p>
        </p:txBody>
      </p:sp>
      <p:sp>
        <p:nvSpPr>
          <p:cNvPr id="6" name="Footer Placeholder 5">
            <a:extLst>
              <a:ext uri="{FF2B5EF4-FFF2-40B4-BE49-F238E27FC236}">
                <a16:creationId xmlns:a16="http://schemas.microsoft.com/office/drawing/2014/main" id="{5572B3A5-D329-9A6C-FF1B-2CDDCE28CCC7}"/>
              </a:ext>
            </a:extLst>
          </p:cNvPr>
          <p:cNvSpPr>
            <a:spLocks noGrp="1"/>
          </p:cNvSpPr>
          <p:nvPr>
            <p:ph type="ftr" sz="quarter" idx="18"/>
          </p:nvPr>
        </p:nvSpPr>
        <p:spPr/>
        <p:txBody>
          <a:bodyPr/>
          <a:lstStyle/>
          <a:p>
            <a:r>
              <a:rPr lang="en-US"/>
              <a:t>Webinar | Title | Date</a:t>
            </a:r>
          </a:p>
        </p:txBody>
      </p:sp>
      <p:pic>
        <p:nvPicPr>
          <p:cNvPr id="2" name="Graphic 1">
            <a:extLst>
              <a:ext uri="{FF2B5EF4-FFF2-40B4-BE49-F238E27FC236}">
                <a16:creationId xmlns:a16="http://schemas.microsoft.com/office/drawing/2014/main" id="{7DCCA518-5DEA-1A16-59A3-AAF3C25B6A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sp>
        <p:nvSpPr>
          <p:cNvPr id="5" name="Text Placeholder 10">
            <a:extLst>
              <a:ext uri="{FF2B5EF4-FFF2-40B4-BE49-F238E27FC236}">
                <a16:creationId xmlns:a16="http://schemas.microsoft.com/office/drawing/2014/main" id="{7E24B6E4-3060-DBF3-A4E0-9FFAD8E047E7}"/>
              </a:ext>
            </a:extLst>
          </p:cNvPr>
          <p:cNvSpPr>
            <a:spLocks noGrp="1"/>
          </p:cNvSpPr>
          <p:nvPr>
            <p:ph type="body" sz="quarter" idx="11" hasCustomPrompt="1"/>
          </p:nvPr>
        </p:nvSpPr>
        <p:spPr>
          <a:xfrm>
            <a:off x="8490857" y="2802576"/>
            <a:ext cx="3145605" cy="2562365"/>
          </a:xfrm>
        </p:spPr>
        <p:txBody>
          <a:bodyPr>
            <a:normAutofit/>
          </a:bodyPr>
          <a:lstStyle>
            <a:lvl1pPr marL="0" indent="0" algn="l">
              <a:lnSpc>
                <a:spcPct val="100000"/>
              </a:lnSpc>
              <a:buNone/>
              <a:defRPr sz="1800" b="1">
                <a:solidFill>
                  <a:srgbClr val="000000"/>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7" name="Picture Placeholder 12">
            <a:extLst>
              <a:ext uri="{FF2B5EF4-FFF2-40B4-BE49-F238E27FC236}">
                <a16:creationId xmlns:a16="http://schemas.microsoft.com/office/drawing/2014/main" id="{82BB70D5-DA1F-1493-6BA3-AB11EB7881C1}"/>
              </a:ext>
            </a:extLst>
          </p:cNvPr>
          <p:cNvSpPr>
            <a:spLocks noGrp="1"/>
          </p:cNvSpPr>
          <p:nvPr>
            <p:ph type="pic" sz="quarter" idx="19"/>
          </p:nvPr>
        </p:nvSpPr>
        <p:spPr>
          <a:xfrm>
            <a:off x="5495129" y="2627996"/>
            <a:ext cx="2757488" cy="2757488"/>
          </a:xfrm>
        </p:spPr>
        <p:txBody>
          <a:bodyPr/>
          <a:lstStyle/>
          <a:p>
            <a:endParaRPr lang="en-US"/>
          </a:p>
        </p:txBody>
      </p:sp>
      <p:sp>
        <p:nvSpPr>
          <p:cNvPr id="8" name="Picture Placeholder 8">
            <a:extLst>
              <a:ext uri="{FF2B5EF4-FFF2-40B4-BE49-F238E27FC236}">
                <a16:creationId xmlns:a16="http://schemas.microsoft.com/office/drawing/2014/main" id="{BB53B7D6-EED3-CC2E-4102-C83F0E939425}"/>
              </a:ext>
            </a:extLst>
          </p:cNvPr>
          <p:cNvSpPr>
            <a:spLocks noGrp="1"/>
          </p:cNvSpPr>
          <p:nvPr>
            <p:ph type="pic" sz="quarter" idx="15"/>
          </p:nvPr>
        </p:nvSpPr>
        <p:spPr>
          <a:xfrm>
            <a:off x="866274" y="1809549"/>
            <a:ext cx="4177364" cy="4677878"/>
          </a:xfrm>
          <a:prstGeom prst="roundRect">
            <a:avLst>
              <a:gd name="adj" fmla="val 0"/>
            </a:avLst>
          </a:prstGeom>
        </p:spPr>
        <p:txBody>
          <a:bodyPr/>
          <a:lstStyle/>
          <a:p>
            <a:endParaRPr lang="en-US"/>
          </a:p>
        </p:txBody>
      </p:sp>
    </p:spTree>
    <p:extLst>
      <p:ext uri="{BB962C8B-B14F-4D97-AF65-F5344CB8AC3E}">
        <p14:creationId xmlns:p14="http://schemas.microsoft.com/office/powerpoint/2010/main" val="29862702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_Low_TextRight">
    <p:bg>
      <p:bgPr>
        <a:solidFill>
          <a:srgbClr val="F5F5F5"/>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57B1425D-567A-A6F8-D51F-EBEA890D210D}"/>
              </a:ext>
            </a:extLst>
          </p:cNvPr>
          <p:cNvSpPr>
            <a:spLocks noGrp="1"/>
          </p:cNvSpPr>
          <p:nvPr>
            <p:ph type="body" sz="quarter" idx="11" hasCustomPrompt="1"/>
          </p:nvPr>
        </p:nvSpPr>
        <p:spPr>
          <a:xfrm>
            <a:off x="394488" y="2873828"/>
            <a:ext cx="4343767" cy="3115717"/>
          </a:xfrm>
        </p:spPr>
        <p:txBody>
          <a:bodyPr>
            <a:noAutofit/>
          </a:bodyPr>
          <a:lstStyle>
            <a:lvl1pPr marL="0" indent="0">
              <a:lnSpc>
                <a:spcPct val="110000"/>
              </a:lnSpc>
              <a:spcBef>
                <a:spcPts val="1200"/>
              </a:spcBef>
              <a:spcAft>
                <a:spcPts val="0"/>
              </a:spcAft>
              <a:buNone/>
              <a:defRPr sz="16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8" name="Slide Number Placeholder 7">
            <a:extLst>
              <a:ext uri="{FF2B5EF4-FFF2-40B4-BE49-F238E27FC236}">
                <a16:creationId xmlns:a16="http://schemas.microsoft.com/office/drawing/2014/main" id="{A1DBE62A-F9FF-D188-ABE2-7E8507BB5453}"/>
              </a:ext>
            </a:extLst>
          </p:cNvPr>
          <p:cNvSpPr>
            <a:spLocks noGrp="1"/>
          </p:cNvSpPr>
          <p:nvPr>
            <p:ph type="sldNum" sz="quarter" idx="2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DA82A45A-49DF-DF6F-3916-DC303AD7AD85}"/>
              </a:ext>
            </a:extLst>
          </p:cNvPr>
          <p:cNvSpPr>
            <a:spLocks noGrp="1"/>
          </p:cNvSpPr>
          <p:nvPr>
            <p:ph type="title" hasCustomPrompt="1"/>
          </p:nvPr>
        </p:nvSpPr>
        <p:spPr>
          <a:xfrm>
            <a:off x="394488" y="1071564"/>
            <a:ext cx="4343767" cy="1499444"/>
          </a:xfrm>
        </p:spPr>
        <p:txBody>
          <a:bodyPr>
            <a:noAutofit/>
          </a:bodyPr>
          <a:lstStyle>
            <a:lvl1pPr>
              <a:defRPr sz="4400"/>
            </a:lvl1pPr>
          </a:lstStyle>
          <a:p>
            <a:r>
              <a:rPr lang="en-US"/>
              <a:t>Click to edit Title</a:t>
            </a:r>
          </a:p>
        </p:txBody>
      </p:sp>
      <p:sp>
        <p:nvSpPr>
          <p:cNvPr id="3" name="Footer Placeholder 2">
            <a:extLst>
              <a:ext uri="{FF2B5EF4-FFF2-40B4-BE49-F238E27FC236}">
                <a16:creationId xmlns:a16="http://schemas.microsoft.com/office/drawing/2014/main" id="{6CF225FD-9A76-49C6-D1D6-9CA1D9094C3E}"/>
              </a:ext>
            </a:extLst>
          </p:cNvPr>
          <p:cNvSpPr>
            <a:spLocks noGrp="1"/>
          </p:cNvSpPr>
          <p:nvPr>
            <p:ph type="ftr" sz="quarter" idx="22"/>
          </p:nvPr>
        </p:nvSpPr>
        <p:spPr/>
        <p:txBody>
          <a:bodyPr/>
          <a:lstStyle/>
          <a:p>
            <a:r>
              <a:rPr lang="en-US"/>
              <a:t>Webinar | 5 Steps to AI Product Success | June 24, 2026</a:t>
            </a:r>
          </a:p>
        </p:txBody>
      </p:sp>
      <p:sp>
        <p:nvSpPr>
          <p:cNvPr id="4" name="Picture Placeholder 7">
            <a:extLst>
              <a:ext uri="{FF2B5EF4-FFF2-40B4-BE49-F238E27FC236}">
                <a16:creationId xmlns:a16="http://schemas.microsoft.com/office/drawing/2014/main" id="{20EB7664-961B-3BCB-3073-67C7FAB41205}"/>
              </a:ext>
            </a:extLst>
          </p:cNvPr>
          <p:cNvSpPr>
            <a:spLocks noGrp="1"/>
          </p:cNvSpPr>
          <p:nvPr>
            <p:ph type="pic" sz="quarter" idx="14"/>
          </p:nvPr>
        </p:nvSpPr>
        <p:spPr>
          <a:xfrm>
            <a:off x="7754587" y="1559983"/>
            <a:ext cx="3538847" cy="3534531"/>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3911775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147AB9-69CD-1AD6-AA85-1B6FD41E699D}"/>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5EEC0CFA-4669-D79A-00C9-A48E8E05A766}"/>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42787730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ing Centere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4A5C63-217E-4AFC-DAE7-7C0897C75BC7}"/>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8026B7AB-9F3D-324C-C29C-6167A064235A}"/>
              </a:ext>
            </a:extLst>
          </p:cNvPr>
          <p:cNvSpPr>
            <a:spLocks noGrp="1"/>
          </p:cNvSpPr>
          <p:nvPr>
            <p:ph type="title"/>
          </p:nvPr>
        </p:nvSpPr>
        <p:spPr>
          <a:xfrm>
            <a:off x="1372642" y="2044506"/>
            <a:ext cx="9446715" cy="2768987"/>
          </a:xfrm>
        </p:spPr>
        <p:txBody>
          <a:bodyPr anchor="ctr">
            <a:normAutofit/>
          </a:bodyPr>
          <a:lstStyle>
            <a:lvl1pPr algn="ctr">
              <a:defRPr sz="6000">
                <a:latin typeface="FR Kraken Slab Medium" panose="020605030101010101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FD0C077F-4908-C93B-886A-DE873A00856A}"/>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38481201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Webinar Title Slid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F82CDCB3-F171-AEA2-4196-8D18677DFAE8}"/>
              </a:ext>
            </a:extLst>
          </p:cNvPr>
          <p:cNvSpPr>
            <a:spLocks noGrp="1"/>
          </p:cNvSpPr>
          <p:nvPr>
            <p:ph type="body" sz="quarter" idx="11" hasCustomPrompt="1"/>
          </p:nvPr>
        </p:nvSpPr>
        <p:spPr>
          <a:xfrm>
            <a:off x="505999" y="3625409"/>
            <a:ext cx="8537575" cy="367444"/>
          </a:xfrm>
        </p:spPr>
        <p:txBody>
          <a:bodyPr>
            <a:noAutofit/>
          </a:bodyPr>
          <a:lstStyle>
            <a:lvl1pPr marL="0" indent="0">
              <a:buNone/>
              <a:defRPr sz="2400" b="0" i="0" spc="0">
                <a:solidFill>
                  <a:schemeClr val="tx1"/>
                </a:solidFill>
                <a:latin typeface="Clash Display Medium" pitchFamily="2" charset="0"/>
              </a:defRPr>
            </a:lvl1pPr>
            <a:lvl2pPr marL="457200" indent="0">
              <a:buNone/>
              <a:defRPr sz="6600" b="1"/>
            </a:lvl2pPr>
            <a:lvl3pPr marL="914400" indent="0">
              <a:buNone/>
              <a:defRPr sz="6600" b="1"/>
            </a:lvl3pPr>
            <a:lvl4pPr marL="1371600" indent="0">
              <a:buNone/>
              <a:defRPr sz="6600" b="1"/>
            </a:lvl4pPr>
            <a:lvl5pPr marL="1828800" indent="0">
              <a:buNone/>
              <a:defRPr sz="6600" b="1"/>
            </a:lvl5pPr>
          </a:lstStyle>
          <a:p>
            <a:pPr lvl="0"/>
            <a:r>
              <a:rPr lang="en-US"/>
              <a:t>Click to edit sub heading</a:t>
            </a:r>
          </a:p>
        </p:txBody>
      </p:sp>
      <p:sp>
        <p:nvSpPr>
          <p:cNvPr id="3" name="Rectangle 2">
            <a:extLst>
              <a:ext uri="{FF2B5EF4-FFF2-40B4-BE49-F238E27FC236}">
                <a16:creationId xmlns:a16="http://schemas.microsoft.com/office/drawing/2014/main" id="{779CB55A-298B-5912-45F3-7BC6B5F3BD3F}"/>
              </a:ext>
            </a:extLst>
          </p:cNvPr>
          <p:cNvSpPr/>
          <p:nvPr userDrawn="1"/>
        </p:nvSpPr>
        <p:spPr>
          <a:xfrm>
            <a:off x="2472856" y="6153665"/>
            <a:ext cx="9719144" cy="7043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408C7256-C4C3-1F38-9CC0-B1B90BE3104D}"/>
              </a:ext>
            </a:extLst>
          </p:cNvPr>
          <p:cNvSpPr>
            <a:spLocks noGrp="1"/>
          </p:cNvSpPr>
          <p:nvPr>
            <p:ph type="body" sz="quarter" idx="15" hasCustomPrompt="1"/>
          </p:nvPr>
        </p:nvSpPr>
        <p:spPr>
          <a:xfrm>
            <a:off x="505999" y="4531974"/>
            <a:ext cx="8537575" cy="367444"/>
          </a:xfrm>
        </p:spPr>
        <p:txBody>
          <a:bodyPr>
            <a:noAutofit/>
          </a:bodyPr>
          <a:lstStyle>
            <a:lvl1pPr marL="0" indent="0">
              <a:buNone/>
              <a:defRPr sz="1600" b="1" spc="300">
                <a:solidFill>
                  <a:schemeClr val="accent2"/>
                </a:solidFill>
              </a:defRPr>
            </a:lvl1pPr>
            <a:lvl2pPr marL="457200" indent="0">
              <a:buNone/>
              <a:defRPr sz="6600" b="1"/>
            </a:lvl2pPr>
            <a:lvl3pPr marL="914400" indent="0">
              <a:buNone/>
              <a:defRPr sz="6600" b="1"/>
            </a:lvl3pPr>
            <a:lvl4pPr marL="1371600" indent="0">
              <a:buNone/>
              <a:defRPr sz="6600" b="1"/>
            </a:lvl4pPr>
            <a:lvl5pPr marL="1828800" indent="0">
              <a:buNone/>
              <a:defRPr sz="6600" b="1"/>
            </a:lvl5pPr>
          </a:lstStyle>
          <a:p>
            <a:pPr lvl="0"/>
            <a:r>
              <a:rPr lang="en-US"/>
              <a:t>CLICK TO EDIT DATES</a:t>
            </a:r>
          </a:p>
        </p:txBody>
      </p:sp>
      <p:sp>
        <p:nvSpPr>
          <p:cNvPr id="8" name="Rounded Rectangle 7">
            <a:extLst>
              <a:ext uri="{FF2B5EF4-FFF2-40B4-BE49-F238E27FC236}">
                <a16:creationId xmlns:a16="http://schemas.microsoft.com/office/drawing/2014/main" id="{CDBECCFE-A8D9-D89E-7000-560601BC3133}"/>
              </a:ext>
            </a:extLst>
          </p:cNvPr>
          <p:cNvSpPr/>
          <p:nvPr userDrawn="1"/>
        </p:nvSpPr>
        <p:spPr>
          <a:xfrm>
            <a:off x="482751" y="436154"/>
            <a:ext cx="3039382" cy="354259"/>
          </a:xfrm>
          <a:prstGeom prst="roundRect">
            <a:avLst>
              <a:gd name="adj" fmla="val 34240"/>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accent2"/>
                </a:solidFill>
                <a:latin typeface="Clash Display Semibold" pitchFamily="2" charset="0"/>
              </a:rPr>
              <a:t>LIVE ONLINE WEBINAR</a:t>
            </a:r>
          </a:p>
        </p:txBody>
      </p:sp>
      <p:sp>
        <p:nvSpPr>
          <p:cNvPr id="2" name="Title 1">
            <a:extLst>
              <a:ext uri="{FF2B5EF4-FFF2-40B4-BE49-F238E27FC236}">
                <a16:creationId xmlns:a16="http://schemas.microsoft.com/office/drawing/2014/main" id="{91860A91-43DA-F042-5DBB-22971338DA03}"/>
              </a:ext>
            </a:extLst>
          </p:cNvPr>
          <p:cNvSpPr>
            <a:spLocks noGrp="1"/>
          </p:cNvSpPr>
          <p:nvPr>
            <p:ph type="title"/>
          </p:nvPr>
        </p:nvSpPr>
        <p:spPr>
          <a:xfrm>
            <a:off x="505999" y="1448762"/>
            <a:ext cx="10424598" cy="1916968"/>
          </a:xfrm>
        </p:spPr>
        <p:txBody>
          <a:bodyPr>
            <a:noAutofit/>
          </a:bodyPr>
          <a:lstStyle>
            <a:lvl1pPr>
              <a:defRPr sz="6600">
                <a:latin typeface="FR Kraken Slab Medium" panose="02060503010101010104" pitchFamily="18" charset="0"/>
              </a:defRPr>
            </a:lvl1pPr>
          </a:lstStyle>
          <a:p>
            <a:r>
              <a:rPr lang="en-US"/>
              <a:t>Click to edit Master title style</a:t>
            </a:r>
          </a:p>
        </p:txBody>
      </p:sp>
      <p:pic>
        <p:nvPicPr>
          <p:cNvPr id="5" name="Graphic 4">
            <a:extLst>
              <a:ext uri="{FF2B5EF4-FFF2-40B4-BE49-F238E27FC236}">
                <a16:creationId xmlns:a16="http://schemas.microsoft.com/office/drawing/2014/main" id="{76766CC3-A1B6-428B-3472-45EBACEF23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pic>
        <p:nvPicPr>
          <p:cNvPr id="7" name="Graphic 6">
            <a:extLst>
              <a:ext uri="{FF2B5EF4-FFF2-40B4-BE49-F238E27FC236}">
                <a16:creationId xmlns:a16="http://schemas.microsoft.com/office/drawing/2014/main" id="{EAB036AA-F038-D0E4-DB3C-5F24794E38F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96229" y="6153665"/>
            <a:ext cx="2491725" cy="299007"/>
          </a:xfrm>
          <a:prstGeom prst="rect">
            <a:avLst/>
          </a:prstGeom>
        </p:spPr>
      </p:pic>
    </p:spTree>
    <p:extLst>
      <p:ext uri="{BB962C8B-B14F-4D97-AF65-F5344CB8AC3E}">
        <p14:creationId xmlns:p14="http://schemas.microsoft.com/office/powerpoint/2010/main" val="18132890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ain Title Slid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F82CDCB3-F171-AEA2-4196-8D18677DFAE8}"/>
              </a:ext>
            </a:extLst>
          </p:cNvPr>
          <p:cNvSpPr>
            <a:spLocks noGrp="1"/>
          </p:cNvSpPr>
          <p:nvPr>
            <p:ph type="body" sz="quarter" idx="11" hasCustomPrompt="1"/>
          </p:nvPr>
        </p:nvSpPr>
        <p:spPr>
          <a:xfrm>
            <a:off x="505999" y="4358305"/>
            <a:ext cx="8537575" cy="367444"/>
          </a:xfrm>
        </p:spPr>
        <p:txBody>
          <a:bodyPr>
            <a:noAutofit/>
          </a:bodyPr>
          <a:lstStyle>
            <a:lvl1pPr marL="0" indent="0">
              <a:buNone/>
              <a:defRPr sz="1600" b="1" spc="300">
                <a:solidFill>
                  <a:schemeClr val="tx1"/>
                </a:solidFill>
              </a:defRPr>
            </a:lvl1pPr>
            <a:lvl2pPr marL="457200" indent="0">
              <a:buNone/>
              <a:defRPr sz="6600" b="1"/>
            </a:lvl2pPr>
            <a:lvl3pPr marL="914400" indent="0">
              <a:buNone/>
              <a:defRPr sz="6600" b="1"/>
            </a:lvl3pPr>
            <a:lvl4pPr marL="1371600" indent="0">
              <a:buNone/>
              <a:defRPr sz="6600" b="1"/>
            </a:lvl4pPr>
            <a:lvl5pPr marL="1828800" indent="0">
              <a:buNone/>
              <a:defRPr sz="6600" b="1"/>
            </a:lvl5pPr>
          </a:lstStyle>
          <a:p>
            <a:pPr lvl="0"/>
            <a:r>
              <a:rPr lang="en-US"/>
              <a:t>CLICK TO EDIT SUB HEADING</a:t>
            </a:r>
          </a:p>
        </p:txBody>
      </p:sp>
      <p:sp>
        <p:nvSpPr>
          <p:cNvPr id="3" name="Rectangle 2">
            <a:extLst>
              <a:ext uri="{FF2B5EF4-FFF2-40B4-BE49-F238E27FC236}">
                <a16:creationId xmlns:a16="http://schemas.microsoft.com/office/drawing/2014/main" id="{779CB55A-298B-5912-45F3-7BC6B5F3BD3F}"/>
              </a:ext>
            </a:extLst>
          </p:cNvPr>
          <p:cNvSpPr/>
          <p:nvPr userDrawn="1"/>
        </p:nvSpPr>
        <p:spPr>
          <a:xfrm>
            <a:off x="2790908" y="6153665"/>
            <a:ext cx="9401092" cy="7043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6B350-DA29-5830-747B-5805A1B6AC5D}"/>
              </a:ext>
            </a:extLst>
          </p:cNvPr>
          <p:cNvSpPr>
            <a:spLocks noGrp="1"/>
          </p:cNvSpPr>
          <p:nvPr>
            <p:ph type="title"/>
          </p:nvPr>
        </p:nvSpPr>
        <p:spPr>
          <a:xfrm>
            <a:off x="506000" y="1768854"/>
            <a:ext cx="8537574" cy="2447096"/>
          </a:xfrm>
        </p:spPr>
        <p:txBody>
          <a:bodyPr>
            <a:noAutofit/>
          </a:bodyPr>
          <a:lstStyle>
            <a:lvl1pPr>
              <a:defRPr sz="6600">
                <a:solidFill>
                  <a:schemeClr val="accent2"/>
                </a:solidFill>
                <a:latin typeface="FR Kraken Slab Medium" panose="02060503010101010104" pitchFamily="18" charset="0"/>
              </a:defRPr>
            </a:lvl1pPr>
          </a:lstStyle>
          <a:p>
            <a:r>
              <a:rPr lang="en-US"/>
              <a:t>Click to edit Master title style</a:t>
            </a:r>
          </a:p>
        </p:txBody>
      </p:sp>
      <p:pic>
        <p:nvPicPr>
          <p:cNvPr id="4" name="Graphic 3">
            <a:extLst>
              <a:ext uri="{FF2B5EF4-FFF2-40B4-BE49-F238E27FC236}">
                <a16:creationId xmlns:a16="http://schemas.microsoft.com/office/drawing/2014/main" id="{B007CD9A-6382-EAB9-B028-21EBBFF662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3528" y="308220"/>
            <a:ext cx="934426" cy="934426"/>
          </a:xfrm>
          <a:prstGeom prst="rect">
            <a:avLst/>
          </a:prstGeom>
        </p:spPr>
      </p:pic>
      <p:pic>
        <p:nvPicPr>
          <p:cNvPr id="5" name="Graphic 4">
            <a:extLst>
              <a:ext uri="{FF2B5EF4-FFF2-40B4-BE49-F238E27FC236}">
                <a16:creationId xmlns:a16="http://schemas.microsoft.com/office/drawing/2014/main" id="{95304318-BC34-EB7A-10B1-6F42866131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96229" y="6153665"/>
            <a:ext cx="2491725" cy="299007"/>
          </a:xfrm>
          <a:prstGeom prst="rect">
            <a:avLst/>
          </a:prstGeom>
        </p:spPr>
      </p:pic>
    </p:spTree>
    <p:extLst>
      <p:ext uri="{BB962C8B-B14F-4D97-AF65-F5344CB8AC3E}">
        <p14:creationId xmlns:p14="http://schemas.microsoft.com/office/powerpoint/2010/main" val="22999493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Heading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44BC42-EFE4-2BB3-3DFD-54C065FE41B1}"/>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325893A3-CFB0-CD96-8DF5-964B0BFD371E}"/>
              </a:ext>
            </a:extLst>
          </p:cNvPr>
          <p:cNvSpPr>
            <a:spLocks noGrp="1"/>
          </p:cNvSpPr>
          <p:nvPr>
            <p:ph type="title"/>
          </p:nvPr>
        </p:nvSpPr>
        <p:spPr>
          <a:xfrm>
            <a:off x="497850" y="1766977"/>
            <a:ext cx="8575811" cy="2448973"/>
          </a:xfrm>
        </p:spPr>
        <p:txBody>
          <a:bodyPr>
            <a:noAutofit/>
          </a:bodyPr>
          <a:lstStyle>
            <a:lvl1pPr>
              <a:defRPr sz="6600">
                <a:solidFill>
                  <a:schemeClr val="accent2"/>
                </a:solidFill>
                <a:latin typeface="FR Kraken Slab Medium" panose="02060503010101010104" pitchFamily="18" charset="0"/>
              </a:defRPr>
            </a:lvl1pPr>
          </a:lstStyle>
          <a:p>
            <a:r>
              <a:rPr lang="en-US"/>
              <a:t>Click to edit Master title style</a:t>
            </a:r>
          </a:p>
        </p:txBody>
      </p:sp>
      <p:sp>
        <p:nvSpPr>
          <p:cNvPr id="5" name="Footer Placeholder 4">
            <a:extLst>
              <a:ext uri="{FF2B5EF4-FFF2-40B4-BE49-F238E27FC236}">
                <a16:creationId xmlns:a16="http://schemas.microsoft.com/office/drawing/2014/main" id="{1B4F35FA-2C1E-103C-053A-3668F28BF1A7}"/>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15575649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 and A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4A5C63-217E-4AFC-DAE7-7C0897C75BC7}"/>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8026B7AB-9F3D-324C-C29C-6167A064235A}"/>
              </a:ext>
            </a:extLst>
          </p:cNvPr>
          <p:cNvSpPr>
            <a:spLocks noGrp="1"/>
          </p:cNvSpPr>
          <p:nvPr>
            <p:ph type="title" hasCustomPrompt="1"/>
          </p:nvPr>
        </p:nvSpPr>
        <p:spPr>
          <a:xfrm>
            <a:off x="1372642" y="2669822"/>
            <a:ext cx="9446715" cy="1518355"/>
          </a:xfrm>
        </p:spPr>
        <p:txBody>
          <a:bodyPr anchor="ctr">
            <a:normAutofit/>
          </a:bodyPr>
          <a:lstStyle>
            <a:lvl1pPr algn="ctr">
              <a:defRPr sz="6000">
                <a:latin typeface="FR Kraken Slab Medium" panose="02060503010101010104" pitchFamily="18" charset="0"/>
              </a:defRPr>
            </a:lvl1pPr>
          </a:lstStyle>
          <a:p>
            <a:r>
              <a:rPr lang="en-US"/>
              <a:t>Click to edit text</a:t>
            </a:r>
          </a:p>
        </p:txBody>
      </p:sp>
      <p:sp>
        <p:nvSpPr>
          <p:cNvPr id="3" name="Footer Placeholder 2">
            <a:extLst>
              <a:ext uri="{FF2B5EF4-FFF2-40B4-BE49-F238E27FC236}">
                <a16:creationId xmlns:a16="http://schemas.microsoft.com/office/drawing/2014/main" id="{FD0C077F-4908-C93B-886A-DE873A00856A}"/>
              </a:ext>
            </a:extLst>
          </p:cNvPr>
          <p:cNvSpPr>
            <a:spLocks noGrp="1"/>
          </p:cNvSpPr>
          <p:nvPr>
            <p:ph type="ftr" sz="quarter" idx="12"/>
          </p:nvPr>
        </p:nvSpPr>
        <p:spPr/>
        <p:txBody>
          <a:bodyPr/>
          <a:lstStyle/>
          <a:p>
            <a:r>
              <a:rPr lang="en-US"/>
              <a:t>Webinar | Title | Date</a:t>
            </a:r>
          </a:p>
        </p:txBody>
      </p:sp>
      <p:pic>
        <p:nvPicPr>
          <p:cNvPr id="4" name="Graphic 3">
            <a:extLst>
              <a:ext uri="{FF2B5EF4-FFF2-40B4-BE49-F238E27FC236}">
                <a16:creationId xmlns:a16="http://schemas.microsoft.com/office/drawing/2014/main" id="{DE284A67-E1B2-7118-0CD1-152E97BD37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40599" y="1521150"/>
            <a:ext cx="1310802" cy="1310802"/>
          </a:xfrm>
          <a:prstGeom prst="rect">
            <a:avLst/>
          </a:prstGeom>
        </p:spPr>
      </p:pic>
    </p:spTree>
    <p:extLst>
      <p:ext uri="{BB962C8B-B14F-4D97-AF65-F5344CB8AC3E}">
        <p14:creationId xmlns:p14="http://schemas.microsoft.com/office/powerpoint/2010/main" val="14995098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ig Heading w/ Pictur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43312B3-0F94-C937-C10D-FD2CB5565045}"/>
              </a:ext>
            </a:extLst>
          </p:cNvPr>
          <p:cNvSpPr>
            <a:spLocks noGrp="1"/>
          </p:cNvSpPr>
          <p:nvPr>
            <p:ph type="ctrTitle" hasCustomPrompt="1"/>
          </p:nvPr>
        </p:nvSpPr>
        <p:spPr>
          <a:xfrm>
            <a:off x="505999" y="1607460"/>
            <a:ext cx="4560630" cy="3911307"/>
          </a:xfrm>
          <a:prstGeom prst="rect">
            <a:avLst/>
          </a:prstGeom>
        </p:spPr>
        <p:txBody>
          <a:bodyPr anchor="t">
            <a:noAutofit/>
          </a:bodyPr>
          <a:lstStyle>
            <a:lvl1pPr algn="l">
              <a:defRPr sz="6600" b="0">
                <a:solidFill>
                  <a:schemeClr val="tx1"/>
                </a:solidFill>
                <a:latin typeface="FR Kraken Slab Medium" panose="02060503010101010104" pitchFamily="18" charset="0"/>
              </a:defRPr>
            </a:lvl1pPr>
          </a:lstStyle>
          <a:p>
            <a:r>
              <a:rPr lang="en-US"/>
              <a:t>Click To Edit Big Heading</a:t>
            </a:r>
          </a:p>
        </p:txBody>
      </p:sp>
      <p:sp>
        <p:nvSpPr>
          <p:cNvPr id="14" name="Picture Placeholder 12">
            <a:extLst>
              <a:ext uri="{FF2B5EF4-FFF2-40B4-BE49-F238E27FC236}">
                <a16:creationId xmlns:a16="http://schemas.microsoft.com/office/drawing/2014/main" id="{95B38CF7-6391-38B6-B3ED-048DDE136689}"/>
              </a:ext>
            </a:extLst>
          </p:cNvPr>
          <p:cNvSpPr>
            <a:spLocks noGrp="1"/>
          </p:cNvSpPr>
          <p:nvPr>
            <p:ph type="pic" sz="quarter" idx="14"/>
          </p:nvPr>
        </p:nvSpPr>
        <p:spPr>
          <a:xfrm>
            <a:off x="6002867" y="1607460"/>
            <a:ext cx="5526872" cy="3643080"/>
          </a:xfrm>
          <a:prstGeom prst="roundRect">
            <a:avLst>
              <a:gd name="adj" fmla="val 6469"/>
            </a:avLst>
          </a:prstGeom>
        </p:spPr>
        <p:txBody>
          <a:bodyPr/>
          <a:lstStyle/>
          <a:p>
            <a:endParaRPr lang="en-US"/>
          </a:p>
        </p:txBody>
      </p:sp>
      <p:sp>
        <p:nvSpPr>
          <p:cNvPr id="8" name="Slide Number Placeholder 7">
            <a:extLst>
              <a:ext uri="{FF2B5EF4-FFF2-40B4-BE49-F238E27FC236}">
                <a16:creationId xmlns:a16="http://schemas.microsoft.com/office/drawing/2014/main" id="{DCD423D9-8F6F-376F-8BF4-30515A6CF655}"/>
              </a:ext>
            </a:extLst>
          </p:cNvPr>
          <p:cNvSpPr>
            <a:spLocks noGrp="1"/>
          </p:cNvSpPr>
          <p:nvPr>
            <p:ph type="sldNum" sz="quarter" idx="16"/>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6AA5DBFA-CB18-C81F-7173-25410434EB5C}"/>
              </a:ext>
            </a:extLst>
          </p:cNvPr>
          <p:cNvSpPr>
            <a:spLocks noGrp="1"/>
          </p:cNvSpPr>
          <p:nvPr>
            <p:ph type="ftr" sz="quarter" idx="17"/>
          </p:nvPr>
        </p:nvSpPr>
        <p:spPr/>
        <p:txBody>
          <a:bodyPr/>
          <a:lstStyle/>
          <a:p>
            <a:r>
              <a:rPr lang="en-US"/>
              <a:t>Webinar | Title | Date</a:t>
            </a:r>
          </a:p>
        </p:txBody>
      </p:sp>
    </p:spTree>
    <p:extLst>
      <p:ext uri="{BB962C8B-B14F-4D97-AF65-F5344CB8AC3E}">
        <p14:creationId xmlns:p14="http://schemas.microsoft.com/office/powerpoint/2010/main" val="32328426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s_Objects_BK">
    <p:bg>
      <p:bgRef idx="1001">
        <a:schemeClr val="bg2"/>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147AB9-69CD-1AD6-AA85-1B6FD41E699D}"/>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5EEC0CFA-4669-D79A-00C9-A48E8E05A766}"/>
              </a:ext>
            </a:extLst>
          </p:cNvPr>
          <p:cNvSpPr>
            <a:spLocks noGrp="1"/>
          </p:cNvSpPr>
          <p:nvPr>
            <p:ph type="ftr" sz="quarter" idx="12"/>
          </p:nvPr>
        </p:nvSpPr>
        <p:spPr/>
        <p:txBody>
          <a:bodyPr/>
          <a:lstStyle/>
          <a:p>
            <a:r>
              <a:rPr lang="en-US"/>
              <a:t>Webinar | Title | Date</a:t>
            </a:r>
          </a:p>
        </p:txBody>
      </p:sp>
      <p:sp>
        <p:nvSpPr>
          <p:cNvPr id="5" name="Picture Placeholder 4">
            <a:extLst>
              <a:ext uri="{FF2B5EF4-FFF2-40B4-BE49-F238E27FC236}">
                <a16:creationId xmlns:a16="http://schemas.microsoft.com/office/drawing/2014/main" id="{3BD1ABAB-A46F-EA3A-E0D7-7E573AD9309E}"/>
              </a:ext>
            </a:extLst>
          </p:cNvPr>
          <p:cNvSpPr>
            <a:spLocks noGrp="1"/>
          </p:cNvSpPr>
          <p:nvPr>
            <p:ph type="pic" sz="quarter" idx="13"/>
          </p:nvPr>
        </p:nvSpPr>
        <p:spPr>
          <a:xfrm>
            <a:off x="1628775" y="224904"/>
            <a:ext cx="8934450" cy="5951538"/>
          </a:xfrm>
        </p:spPr>
        <p:txBody>
          <a:bodyPr/>
          <a:lstStyle/>
          <a:p>
            <a:endParaRPr lang="en-US"/>
          </a:p>
        </p:txBody>
      </p:sp>
    </p:spTree>
    <p:extLst>
      <p:ext uri="{BB962C8B-B14F-4D97-AF65-F5344CB8AC3E}">
        <p14:creationId xmlns:p14="http://schemas.microsoft.com/office/powerpoint/2010/main" val="2085309309"/>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p:txBody>
          <a:bodyPr>
            <a:noAutofit/>
          </a:bodyPr>
          <a:lstStyle>
            <a:lvl1pPr>
              <a:defRPr sz="3600"/>
            </a:lvl1pPr>
          </a:lstStyle>
          <a:p>
            <a:r>
              <a:rPr lang="en-US"/>
              <a:t>Click to edit Master title style</a:t>
            </a:r>
          </a:p>
        </p:txBody>
      </p:sp>
      <p:sp>
        <p:nvSpPr>
          <p:cNvPr id="9" name="Slide Number Placeholder 8">
            <a:extLst>
              <a:ext uri="{FF2B5EF4-FFF2-40B4-BE49-F238E27FC236}">
                <a16:creationId xmlns:a16="http://schemas.microsoft.com/office/drawing/2014/main" id="{5661D1D8-3671-D634-7FB6-8029F8C275A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156CC6EA-30E8-F57F-911B-87CE5AF35679}"/>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8890913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eading Centered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a:xfrm>
            <a:off x="547011" y="545804"/>
            <a:ext cx="11097979" cy="535531"/>
          </a:xfrm>
        </p:spPr>
        <p:txBody>
          <a:bodyPr>
            <a:noAutofit/>
          </a:bodyPr>
          <a:lstStyle>
            <a:lvl1pPr algn="ctr">
              <a:defRPr sz="4000"/>
            </a:lvl1pPr>
          </a:lstStyle>
          <a:p>
            <a:r>
              <a:rPr lang="en-US"/>
              <a:t>Click to edit Master title style</a:t>
            </a:r>
          </a:p>
        </p:txBody>
      </p:sp>
      <p:sp>
        <p:nvSpPr>
          <p:cNvPr id="9" name="Slide Number Placeholder 8">
            <a:extLst>
              <a:ext uri="{FF2B5EF4-FFF2-40B4-BE49-F238E27FC236}">
                <a16:creationId xmlns:a16="http://schemas.microsoft.com/office/drawing/2014/main" id="{5661D1D8-3671-D634-7FB6-8029F8C275A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156CC6EA-30E8-F57F-911B-87CE5AF35679}"/>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40855424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eading w Large tex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a:xfrm>
            <a:off x="394488" y="545804"/>
            <a:ext cx="11097979" cy="535531"/>
          </a:xfrm>
        </p:spPr>
        <p:txBody>
          <a:bodyPr>
            <a:noAutofit/>
          </a:bodyPr>
          <a:lstStyle>
            <a:lvl1pPr>
              <a:defRPr sz="3600" b="0"/>
            </a:lvl1pPr>
          </a:lstStyle>
          <a:p>
            <a:r>
              <a:rPr lang="en-US"/>
              <a:t>Click to edit Master title style</a:t>
            </a:r>
          </a:p>
        </p:txBody>
      </p:sp>
      <p:sp>
        <p:nvSpPr>
          <p:cNvPr id="9" name="Slide Number Placeholder 8">
            <a:extLst>
              <a:ext uri="{FF2B5EF4-FFF2-40B4-BE49-F238E27FC236}">
                <a16:creationId xmlns:a16="http://schemas.microsoft.com/office/drawing/2014/main" id="{5661D1D8-3671-D634-7FB6-8029F8C275A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5" name="Text Placeholder 4">
            <a:extLst>
              <a:ext uri="{FF2B5EF4-FFF2-40B4-BE49-F238E27FC236}">
                <a16:creationId xmlns:a16="http://schemas.microsoft.com/office/drawing/2014/main" id="{94863604-3372-61B6-3A23-381B0647D30F}"/>
              </a:ext>
            </a:extLst>
          </p:cNvPr>
          <p:cNvSpPr>
            <a:spLocks noGrp="1"/>
          </p:cNvSpPr>
          <p:nvPr>
            <p:ph type="body" sz="quarter" idx="13"/>
          </p:nvPr>
        </p:nvSpPr>
        <p:spPr>
          <a:xfrm>
            <a:off x="394488" y="1330749"/>
            <a:ext cx="11088110" cy="807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D9022D0-8B41-E5E8-60E6-14211EE6C62A}"/>
              </a:ext>
            </a:extLst>
          </p:cNvPr>
          <p:cNvSpPr>
            <a:spLocks noGrp="1"/>
          </p:cNvSpPr>
          <p:nvPr>
            <p:ph type="ftr" sz="quarter" idx="14"/>
          </p:nvPr>
        </p:nvSpPr>
        <p:spPr/>
        <p:txBody>
          <a:bodyPr/>
          <a:lstStyle/>
          <a:p>
            <a:r>
              <a:rPr lang="en-US"/>
              <a:t>Webinar | Title | Date</a:t>
            </a:r>
          </a:p>
        </p:txBody>
      </p:sp>
    </p:spTree>
    <p:extLst>
      <p:ext uri="{BB962C8B-B14F-4D97-AF65-F5344CB8AC3E}">
        <p14:creationId xmlns:p14="http://schemas.microsoft.com/office/powerpoint/2010/main" val="3773920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tegory Heading w text left">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49C127BE-5F37-06A5-75D8-B0508B1CF0A9}"/>
              </a:ext>
            </a:extLst>
          </p:cNvPr>
          <p:cNvSpPr>
            <a:spLocks noGrp="1"/>
          </p:cNvSpPr>
          <p:nvPr>
            <p:ph type="body" sz="quarter" idx="11" hasCustomPrompt="1"/>
          </p:nvPr>
        </p:nvSpPr>
        <p:spPr>
          <a:xfrm>
            <a:off x="393700" y="2408663"/>
            <a:ext cx="5682928" cy="3679903"/>
          </a:xfrm>
        </p:spPr>
        <p:txBody>
          <a:bodyPr>
            <a:normAutofit/>
          </a:bodyPr>
          <a:lstStyle>
            <a:lvl1pPr marL="0" indent="0">
              <a:lnSpc>
                <a:spcPct val="1500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body text.</a:t>
            </a:r>
          </a:p>
        </p:txBody>
      </p:sp>
      <p:sp>
        <p:nvSpPr>
          <p:cNvPr id="7" name="Slide Number Placeholder 6">
            <a:extLst>
              <a:ext uri="{FF2B5EF4-FFF2-40B4-BE49-F238E27FC236}">
                <a16:creationId xmlns:a16="http://schemas.microsoft.com/office/drawing/2014/main" id="{58C88144-1E77-DD25-860E-2025B0E47086}"/>
              </a:ext>
            </a:extLst>
          </p:cNvPr>
          <p:cNvSpPr>
            <a:spLocks noGrp="1"/>
          </p:cNvSpPr>
          <p:nvPr>
            <p:ph type="sldNum" sz="quarter" idx="13"/>
          </p:nvPr>
        </p:nvSpPr>
        <p:spPr/>
        <p:txBody>
          <a:bodyPr/>
          <a:lstStyle/>
          <a:p>
            <a:fld id="{C6E10DBF-A5B8-604C-8CA6-B077E5EF61A1}" type="slidenum">
              <a:rPr lang="en-US" smtClean="0"/>
              <a:pPr/>
              <a:t>‹#›</a:t>
            </a:fld>
            <a:endParaRPr lang="en-US"/>
          </a:p>
        </p:txBody>
      </p:sp>
      <p:sp>
        <p:nvSpPr>
          <p:cNvPr id="3" name="Title 2">
            <a:extLst>
              <a:ext uri="{FF2B5EF4-FFF2-40B4-BE49-F238E27FC236}">
                <a16:creationId xmlns:a16="http://schemas.microsoft.com/office/drawing/2014/main" id="{58020B3D-1CA0-F49C-9AFD-8972AC78C83A}"/>
              </a:ext>
            </a:extLst>
          </p:cNvPr>
          <p:cNvSpPr>
            <a:spLocks noGrp="1"/>
          </p:cNvSpPr>
          <p:nvPr>
            <p:ph type="title" hasCustomPrompt="1"/>
          </p:nvPr>
        </p:nvSpPr>
        <p:spPr>
          <a:xfrm>
            <a:off x="393701" y="1071413"/>
            <a:ext cx="5682928" cy="1207031"/>
          </a:xfrm>
        </p:spPr>
        <p:txBody>
          <a:bodyPr>
            <a:noAutofit/>
          </a:bodyPr>
          <a:lstStyle>
            <a:lvl1pPr>
              <a:defRPr sz="4400"/>
            </a:lvl1pPr>
          </a:lstStyle>
          <a:p>
            <a:r>
              <a:rPr lang="en-US"/>
              <a:t>Click to edit title text</a:t>
            </a:r>
          </a:p>
        </p:txBody>
      </p:sp>
      <p:sp>
        <p:nvSpPr>
          <p:cNvPr id="4" name="Footer Placeholder 3">
            <a:extLst>
              <a:ext uri="{FF2B5EF4-FFF2-40B4-BE49-F238E27FC236}">
                <a16:creationId xmlns:a16="http://schemas.microsoft.com/office/drawing/2014/main" id="{E6D56BDB-33FE-3770-BF90-26C872AAF8C6}"/>
              </a:ext>
            </a:extLst>
          </p:cNvPr>
          <p:cNvSpPr>
            <a:spLocks noGrp="1"/>
          </p:cNvSpPr>
          <p:nvPr>
            <p:ph type="ftr" sz="quarter" idx="14"/>
          </p:nvPr>
        </p:nvSpPr>
        <p:spPr/>
        <p:txBody>
          <a:bodyPr/>
          <a:lstStyle/>
          <a:p>
            <a:r>
              <a:rPr lang="en-US"/>
              <a:t>Webinar | Title | Date</a:t>
            </a:r>
          </a:p>
        </p:txBody>
      </p:sp>
    </p:spTree>
    <p:extLst>
      <p:ext uri="{BB962C8B-B14F-4D97-AF65-F5344CB8AC3E}">
        <p14:creationId xmlns:p14="http://schemas.microsoft.com/office/powerpoint/2010/main" val="32684999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eft_Heading_Picture Right">
    <p:bg>
      <p:bgRef idx="1001">
        <a:schemeClr val="bg2"/>
      </p:bgRef>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925605" cy="1261562"/>
          </a:xfrm>
          <a:prstGeom prst="rect">
            <a:avLst/>
          </a:prstGeom>
        </p:spPr>
        <p:txBody>
          <a:bodyPr anchor="t">
            <a:noAutofit/>
          </a:bodyPr>
          <a:lstStyle>
            <a:lvl1pPr algn="l">
              <a:defRPr sz="4400" b="0">
                <a:solidFill>
                  <a:schemeClr val="accent2"/>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925605" cy="3308684"/>
          </a:xfrm>
        </p:spPr>
        <p:txBody>
          <a:bodyPr>
            <a:normAutofit/>
          </a:bodyPr>
          <a:lstStyle>
            <a:lvl1pPr marL="0" indent="0">
              <a:lnSpc>
                <a:spcPct val="110000"/>
              </a:lnSpc>
              <a:spcBef>
                <a:spcPts val="1200"/>
              </a:spcBef>
              <a:buFont typeface="Arial" panose="020B0604020202020204" pitchFamily="34" charset="0"/>
              <a:buNone/>
              <a:defRPr sz="1800">
                <a:solidFill>
                  <a:schemeClr val="tx1"/>
                </a:solidFill>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11954355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eft_Heading_2Pictures Right">
    <p:bg>
      <p:bgRef idx="1001">
        <a:schemeClr val="bg2"/>
      </p:bgRef>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5BF94EC-F83C-8D64-A997-956D5B42DB13}"/>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9138A4CC-4BF4-1883-7F21-8B46C07319E8}"/>
              </a:ext>
            </a:extLst>
          </p:cNvPr>
          <p:cNvSpPr>
            <a:spLocks noGrp="1"/>
          </p:cNvSpPr>
          <p:nvPr>
            <p:ph type="ftr" sz="quarter" idx="12"/>
          </p:nvPr>
        </p:nvSpPr>
        <p:spPr/>
        <p:txBody>
          <a:bodyPr/>
          <a:lstStyle/>
          <a:p>
            <a:r>
              <a:rPr lang="en-US"/>
              <a:t>Webinar | Title | Date</a:t>
            </a:r>
          </a:p>
        </p:txBody>
      </p:sp>
      <p:sp>
        <p:nvSpPr>
          <p:cNvPr id="5" name="Title 1">
            <a:extLst>
              <a:ext uri="{FF2B5EF4-FFF2-40B4-BE49-F238E27FC236}">
                <a16:creationId xmlns:a16="http://schemas.microsoft.com/office/drawing/2014/main" id="{39E8CEA2-FCD9-8D33-35F9-D7842A09BC45}"/>
              </a:ext>
            </a:extLst>
          </p:cNvPr>
          <p:cNvSpPr>
            <a:spLocks noGrp="1"/>
          </p:cNvSpPr>
          <p:nvPr>
            <p:ph type="ctrTitle" hasCustomPrompt="1"/>
          </p:nvPr>
        </p:nvSpPr>
        <p:spPr>
          <a:xfrm>
            <a:off x="624502" y="752851"/>
            <a:ext cx="4041767" cy="1261562"/>
          </a:xfrm>
          <a:prstGeom prst="rect">
            <a:avLst/>
          </a:prstGeom>
        </p:spPr>
        <p:txBody>
          <a:bodyPr anchor="t">
            <a:noAutofit/>
          </a:bodyPr>
          <a:lstStyle>
            <a:lvl1pPr algn="l">
              <a:defRPr sz="4400" b="0">
                <a:solidFill>
                  <a:schemeClr val="accent2"/>
                </a:solidFill>
              </a:defRPr>
            </a:lvl1pPr>
          </a:lstStyle>
          <a:p>
            <a:r>
              <a:rPr lang="en-US"/>
              <a:t>Click to </a:t>
            </a:r>
            <a:br>
              <a:rPr lang="en-US"/>
            </a:br>
            <a:r>
              <a:rPr lang="en-US"/>
              <a:t>edit title.</a:t>
            </a:r>
          </a:p>
        </p:txBody>
      </p:sp>
      <p:sp>
        <p:nvSpPr>
          <p:cNvPr id="8" name="Text Placeholder 6">
            <a:extLst>
              <a:ext uri="{FF2B5EF4-FFF2-40B4-BE49-F238E27FC236}">
                <a16:creationId xmlns:a16="http://schemas.microsoft.com/office/drawing/2014/main" id="{466BE592-0327-6E5B-9802-DFF15B362A84}"/>
              </a:ext>
            </a:extLst>
          </p:cNvPr>
          <p:cNvSpPr>
            <a:spLocks noGrp="1"/>
          </p:cNvSpPr>
          <p:nvPr>
            <p:ph type="body" sz="quarter" idx="13"/>
          </p:nvPr>
        </p:nvSpPr>
        <p:spPr>
          <a:xfrm>
            <a:off x="624501" y="2387391"/>
            <a:ext cx="4041767" cy="3308684"/>
          </a:xfrm>
        </p:spPr>
        <p:txBody>
          <a:bodyPr>
            <a:normAutofit/>
          </a:bodyPr>
          <a:lstStyle>
            <a:lvl1pPr marL="0" indent="0">
              <a:lnSpc>
                <a:spcPct val="110000"/>
              </a:lnSpc>
              <a:spcBef>
                <a:spcPts val="1200"/>
              </a:spcBef>
              <a:buFont typeface="Arial" panose="020B0604020202020204" pitchFamily="34" charset="0"/>
              <a:buNone/>
              <a:defRPr sz="2800">
                <a:solidFill>
                  <a:schemeClr val="tx1"/>
                </a:solidFill>
                <a:latin typeface="+mj-lt"/>
              </a:defRPr>
            </a:lvl1pPr>
          </a:lstStyle>
          <a:p>
            <a:pPr lvl="0"/>
            <a:r>
              <a:rPr lang="en-US"/>
              <a:t>Click to edit Master text styles</a:t>
            </a:r>
          </a:p>
        </p:txBody>
      </p:sp>
      <p:sp>
        <p:nvSpPr>
          <p:cNvPr id="12" name="Picture Placeholder 7">
            <a:extLst>
              <a:ext uri="{FF2B5EF4-FFF2-40B4-BE49-F238E27FC236}">
                <a16:creationId xmlns:a16="http://schemas.microsoft.com/office/drawing/2014/main" id="{C3327BC6-1F06-9381-3D6C-C683077FD215}"/>
              </a:ext>
            </a:extLst>
          </p:cNvPr>
          <p:cNvSpPr>
            <a:spLocks noGrp="1"/>
          </p:cNvSpPr>
          <p:nvPr>
            <p:ph type="pic" sz="quarter" idx="14"/>
          </p:nvPr>
        </p:nvSpPr>
        <p:spPr>
          <a:xfrm>
            <a:off x="5721398" y="752851"/>
            <a:ext cx="4704647" cy="2857615"/>
          </a:xfrm>
          <a:prstGeom prst="roundRect">
            <a:avLst>
              <a:gd name="adj" fmla="val 12692"/>
            </a:avLst>
          </a:prstGeom>
        </p:spPr>
        <p:txBody>
          <a:bodyPr/>
          <a:lstStyle/>
          <a:p>
            <a:endParaRPr lang="en-US"/>
          </a:p>
        </p:txBody>
      </p:sp>
      <p:sp>
        <p:nvSpPr>
          <p:cNvPr id="6" name="Picture Placeholder 7">
            <a:extLst>
              <a:ext uri="{FF2B5EF4-FFF2-40B4-BE49-F238E27FC236}">
                <a16:creationId xmlns:a16="http://schemas.microsoft.com/office/drawing/2014/main" id="{57C68124-F9FA-7FF5-6ECD-0D2D59C61373}"/>
              </a:ext>
            </a:extLst>
          </p:cNvPr>
          <p:cNvSpPr>
            <a:spLocks noGrp="1"/>
          </p:cNvSpPr>
          <p:nvPr>
            <p:ph type="pic" sz="quarter" idx="15"/>
          </p:nvPr>
        </p:nvSpPr>
        <p:spPr>
          <a:xfrm>
            <a:off x="6814907" y="3137832"/>
            <a:ext cx="4704647" cy="2857615"/>
          </a:xfrm>
          <a:prstGeom prst="roundRect">
            <a:avLst>
              <a:gd name="adj" fmla="val 12692"/>
            </a:avLst>
          </a:prstGeom>
        </p:spPr>
        <p:txBody>
          <a:bodyPr/>
          <a:lstStyle/>
          <a:p>
            <a:endParaRPr lang="en-US"/>
          </a:p>
        </p:txBody>
      </p:sp>
    </p:spTree>
    <p:extLst>
      <p:ext uri="{BB962C8B-B14F-4D97-AF65-F5344CB8AC3E}">
        <p14:creationId xmlns:p14="http://schemas.microsoft.com/office/powerpoint/2010/main" val="3242219263"/>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tegory Heading Big + Pic w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3C55414-9D9B-1C5F-216E-7D666C7B1CE4}"/>
              </a:ext>
            </a:extLst>
          </p:cNvPr>
          <p:cNvSpPr>
            <a:spLocks noGrp="1"/>
          </p:cNvSpPr>
          <p:nvPr>
            <p:ph type="sldNum" sz="quarter" idx="13"/>
          </p:nvPr>
        </p:nvSpPr>
        <p:spPr/>
        <p:txBody>
          <a:bodyPr/>
          <a:lstStyle/>
          <a:p>
            <a:fld id="{C6E10DBF-A5B8-604C-8CA6-B077E5EF61A1}" type="slidenum">
              <a:rPr lang="en-US" smtClean="0"/>
              <a:pPr/>
              <a:t>‹#›</a:t>
            </a:fld>
            <a:endParaRPr lang="en-US"/>
          </a:p>
        </p:txBody>
      </p:sp>
      <p:sp>
        <p:nvSpPr>
          <p:cNvPr id="8" name="Text Placeholder 7">
            <a:extLst>
              <a:ext uri="{FF2B5EF4-FFF2-40B4-BE49-F238E27FC236}">
                <a16:creationId xmlns:a16="http://schemas.microsoft.com/office/drawing/2014/main" id="{1AE5EE10-9E32-806A-E529-9B67DE40A257}"/>
              </a:ext>
            </a:extLst>
          </p:cNvPr>
          <p:cNvSpPr>
            <a:spLocks noGrp="1"/>
          </p:cNvSpPr>
          <p:nvPr>
            <p:ph type="body" sz="quarter" idx="14"/>
          </p:nvPr>
        </p:nvSpPr>
        <p:spPr>
          <a:xfrm>
            <a:off x="394487" y="2553629"/>
            <a:ext cx="6784924" cy="34359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2">
            <a:extLst>
              <a:ext uri="{FF2B5EF4-FFF2-40B4-BE49-F238E27FC236}">
                <a16:creationId xmlns:a16="http://schemas.microsoft.com/office/drawing/2014/main" id="{26A7BE98-6DE0-0D07-EDE9-15DA78E16F82}"/>
              </a:ext>
            </a:extLst>
          </p:cNvPr>
          <p:cNvSpPr>
            <a:spLocks noGrp="1"/>
          </p:cNvSpPr>
          <p:nvPr>
            <p:ph type="pic" sz="quarter" idx="18"/>
          </p:nvPr>
        </p:nvSpPr>
        <p:spPr>
          <a:xfrm>
            <a:off x="7567863" y="1071564"/>
            <a:ext cx="4118138" cy="4917982"/>
          </a:xfrm>
          <a:prstGeom prst="roundRect">
            <a:avLst>
              <a:gd name="adj" fmla="val 6469"/>
            </a:avLst>
          </a:prstGeom>
        </p:spPr>
        <p:txBody>
          <a:bodyPr/>
          <a:lstStyle/>
          <a:p>
            <a:endParaRPr lang="en-US"/>
          </a:p>
        </p:txBody>
      </p:sp>
      <p:sp>
        <p:nvSpPr>
          <p:cNvPr id="2" name="Title 1">
            <a:extLst>
              <a:ext uri="{FF2B5EF4-FFF2-40B4-BE49-F238E27FC236}">
                <a16:creationId xmlns:a16="http://schemas.microsoft.com/office/drawing/2014/main" id="{26B2F399-DF1E-F175-F40E-7F724BB19609}"/>
              </a:ext>
            </a:extLst>
          </p:cNvPr>
          <p:cNvSpPr>
            <a:spLocks noGrp="1"/>
          </p:cNvSpPr>
          <p:nvPr>
            <p:ph type="title"/>
          </p:nvPr>
        </p:nvSpPr>
        <p:spPr>
          <a:xfrm>
            <a:off x="394488" y="1071564"/>
            <a:ext cx="6784923" cy="1214752"/>
          </a:xfrm>
        </p:spPr>
        <p:txBody>
          <a:bodyPr>
            <a:noAutofit/>
          </a:bodyPr>
          <a:lstStyle>
            <a:lvl1pPr>
              <a:defRPr sz="4400"/>
            </a:lvl1pPr>
          </a:lstStyle>
          <a:p>
            <a:r>
              <a:rPr lang="en-US"/>
              <a:t>Click to edit Master title style</a:t>
            </a:r>
          </a:p>
        </p:txBody>
      </p:sp>
      <p:sp>
        <p:nvSpPr>
          <p:cNvPr id="4" name="Footer Placeholder 3">
            <a:extLst>
              <a:ext uri="{FF2B5EF4-FFF2-40B4-BE49-F238E27FC236}">
                <a16:creationId xmlns:a16="http://schemas.microsoft.com/office/drawing/2014/main" id="{AF47D48B-315A-A170-7B77-DAF7A0EEA0E9}"/>
              </a:ext>
            </a:extLst>
          </p:cNvPr>
          <p:cNvSpPr>
            <a:spLocks noGrp="1"/>
          </p:cNvSpPr>
          <p:nvPr>
            <p:ph type="ftr" sz="quarter" idx="19"/>
          </p:nvPr>
        </p:nvSpPr>
        <p:spPr/>
        <p:txBody>
          <a:bodyPr/>
          <a:lstStyle/>
          <a:p>
            <a:r>
              <a:rPr lang="en-US"/>
              <a:t>Webinar | Title | Date</a:t>
            </a:r>
          </a:p>
        </p:txBody>
      </p:sp>
    </p:spTree>
    <p:extLst>
      <p:ext uri="{BB962C8B-B14F-4D97-AF65-F5344CB8AC3E}">
        <p14:creationId xmlns:p14="http://schemas.microsoft.com/office/powerpoint/2010/main" val="29206995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147AB9-69CD-1AD6-AA85-1B6FD41E699D}"/>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5EEC0CFA-4669-D79A-00C9-A48E8E05A766}"/>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22811311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ding Centere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4A5C63-217E-4AFC-DAE7-7C0897C75BC7}"/>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8026B7AB-9F3D-324C-C29C-6167A064235A}"/>
              </a:ext>
            </a:extLst>
          </p:cNvPr>
          <p:cNvSpPr>
            <a:spLocks noGrp="1"/>
          </p:cNvSpPr>
          <p:nvPr>
            <p:ph type="title"/>
          </p:nvPr>
        </p:nvSpPr>
        <p:spPr>
          <a:xfrm>
            <a:off x="1372642" y="2044506"/>
            <a:ext cx="9446715" cy="2768987"/>
          </a:xfrm>
        </p:spPr>
        <p:txBody>
          <a:bodyPr anchor="ctr">
            <a:normAutofit/>
          </a:bodyPr>
          <a:lstStyle>
            <a:lvl1pPr algn="ctr">
              <a:defRPr sz="6000">
                <a:latin typeface="FR Kraken Slab Medium" panose="020605030101010101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FD0C077F-4908-C93B-886A-DE873A00856A}"/>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11593735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Heading Slid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100F63B-06B1-BFE0-F5A3-F083AE31EF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104995" y="2147581"/>
            <a:ext cx="4665961" cy="3963304"/>
          </a:xfrm>
          <a:prstGeom prst="rect">
            <a:avLst/>
          </a:prstGeom>
        </p:spPr>
      </p:pic>
      <p:sp>
        <p:nvSpPr>
          <p:cNvPr id="7" name="Slide Number Placeholder 6">
            <a:extLst>
              <a:ext uri="{FF2B5EF4-FFF2-40B4-BE49-F238E27FC236}">
                <a16:creationId xmlns:a16="http://schemas.microsoft.com/office/drawing/2014/main" id="{DDF8A403-3E18-0863-4B67-2D48C3D61673}"/>
              </a:ext>
            </a:extLst>
          </p:cNvPr>
          <p:cNvSpPr>
            <a:spLocks noGrp="1"/>
          </p:cNvSpPr>
          <p:nvPr>
            <p:ph type="sldNum" sz="quarter" idx="12"/>
          </p:nvPr>
        </p:nvSpPr>
        <p:spPr/>
        <p:txBody>
          <a:bodyPr/>
          <a:lstStyle/>
          <a:p>
            <a:fld id="{C6E10DBF-A5B8-604C-8CA6-B077E5EF61A1}" type="slidenum">
              <a:rPr lang="en-US" smtClean="0"/>
              <a:pPr/>
              <a:t>‹#›</a:t>
            </a:fld>
            <a:endParaRPr lang="en-US"/>
          </a:p>
        </p:txBody>
      </p:sp>
      <p:sp>
        <p:nvSpPr>
          <p:cNvPr id="3" name="Title 2">
            <a:extLst>
              <a:ext uri="{FF2B5EF4-FFF2-40B4-BE49-F238E27FC236}">
                <a16:creationId xmlns:a16="http://schemas.microsoft.com/office/drawing/2014/main" id="{99FCBC89-BFB1-EB42-A341-E0EE7BF7E10E}"/>
              </a:ext>
            </a:extLst>
          </p:cNvPr>
          <p:cNvSpPr>
            <a:spLocks noGrp="1"/>
          </p:cNvSpPr>
          <p:nvPr>
            <p:ph type="title"/>
          </p:nvPr>
        </p:nvSpPr>
        <p:spPr>
          <a:xfrm>
            <a:off x="505998" y="1768854"/>
            <a:ext cx="8539527" cy="2447096"/>
          </a:xfrm>
        </p:spPr>
        <p:txBody>
          <a:bodyPr>
            <a:noAutofit/>
          </a:bodyPr>
          <a:lstStyle>
            <a:lvl1pPr>
              <a:defRPr sz="6600">
                <a:latin typeface="FR Kraken Slab Medium" panose="02060503010101010104" pitchFamily="18" charset="0"/>
              </a:defRPr>
            </a:lvl1pPr>
          </a:lstStyle>
          <a:p>
            <a:r>
              <a:rPr lang="en-US"/>
              <a:t>Click to edit Master title style</a:t>
            </a:r>
          </a:p>
        </p:txBody>
      </p:sp>
      <p:sp>
        <p:nvSpPr>
          <p:cNvPr id="4" name="Footer Placeholder 3">
            <a:extLst>
              <a:ext uri="{FF2B5EF4-FFF2-40B4-BE49-F238E27FC236}">
                <a16:creationId xmlns:a16="http://schemas.microsoft.com/office/drawing/2014/main" id="{9A80033B-54D0-A14A-D524-F55A8541CDCD}"/>
              </a:ext>
            </a:extLst>
          </p:cNvPr>
          <p:cNvSpPr>
            <a:spLocks noGrp="1"/>
          </p:cNvSpPr>
          <p:nvPr>
            <p:ph type="ftr" sz="quarter" idx="13"/>
          </p:nvPr>
        </p:nvSpPr>
        <p:spPr/>
        <p:txBody>
          <a:bodyPr/>
          <a:lstStyle/>
          <a:p>
            <a:r>
              <a:rPr lang="en-US"/>
              <a:t>Webinar | Title | Date</a:t>
            </a:r>
          </a:p>
        </p:txBody>
      </p:sp>
    </p:spTree>
    <p:extLst>
      <p:ext uri="{BB962C8B-B14F-4D97-AF65-F5344CB8AC3E}">
        <p14:creationId xmlns:p14="http://schemas.microsoft.com/office/powerpoint/2010/main" val="13979447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4A5C63-217E-4AFC-DAE7-7C0897C75BC7}"/>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8026B7AB-9F3D-324C-C29C-6167A064235A}"/>
              </a:ext>
            </a:extLst>
          </p:cNvPr>
          <p:cNvSpPr>
            <a:spLocks noGrp="1"/>
          </p:cNvSpPr>
          <p:nvPr>
            <p:ph type="title" hasCustomPrompt="1"/>
          </p:nvPr>
        </p:nvSpPr>
        <p:spPr>
          <a:xfrm>
            <a:off x="1372642" y="2681111"/>
            <a:ext cx="9446715" cy="1495778"/>
          </a:xfrm>
        </p:spPr>
        <p:txBody>
          <a:bodyPr anchor="ctr">
            <a:normAutofit/>
          </a:bodyPr>
          <a:lstStyle>
            <a:lvl1pPr algn="ctr">
              <a:defRPr sz="6000">
                <a:latin typeface="FR Kraken Slab Medium" panose="02060503010101010104" pitchFamily="18" charset="0"/>
              </a:defRPr>
            </a:lvl1pPr>
          </a:lstStyle>
          <a:p>
            <a:r>
              <a:rPr lang="en-US"/>
              <a:t>Click to edit text</a:t>
            </a:r>
          </a:p>
        </p:txBody>
      </p:sp>
      <p:sp>
        <p:nvSpPr>
          <p:cNvPr id="3" name="Footer Placeholder 2">
            <a:extLst>
              <a:ext uri="{FF2B5EF4-FFF2-40B4-BE49-F238E27FC236}">
                <a16:creationId xmlns:a16="http://schemas.microsoft.com/office/drawing/2014/main" id="{A0E0D32E-3494-4D5A-E9A9-1D62AE5517C4}"/>
              </a:ext>
            </a:extLst>
          </p:cNvPr>
          <p:cNvSpPr>
            <a:spLocks noGrp="1"/>
          </p:cNvSpPr>
          <p:nvPr>
            <p:ph type="ftr" sz="quarter" idx="12"/>
          </p:nvPr>
        </p:nvSpPr>
        <p:spPr/>
        <p:txBody>
          <a:bodyPr/>
          <a:lstStyle/>
          <a:p>
            <a:r>
              <a:rPr lang="en-US"/>
              <a:t>Webinar | Title | Date</a:t>
            </a:r>
          </a:p>
        </p:txBody>
      </p:sp>
      <p:pic>
        <p:nvPicPr>
          <p:cNvPr id="5" name="Graphic 4">
            <a:extLst>
              <a:ext uri="{FF2B5EF4-FFF2-40B4-BE49-F238E27FC236}">
                <a16:creationId xmlns:a16="http://schemas.microsoft.com/office/drawing/2014/main" id="{13A756E0-628C-EEB9-3A6B-8213CC15462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28786" y="1512186"/>
            <a:ext cx="934426" cy="934426"/>
          </a:xfrm>
          <a:prstGeom prst="rect">
            <a:avLst/>
          </a:prstGeom>
        </p:spPr>
      </p:pic>
    </p:spTree>
    <p:extLst>
      <p:ext uri="{BB962C8B-B14F-4D97-AF65-F5344CB8AC3E}">
        <p14:creationId xmlns:p14="http://schemas.microsoft.com/office/powerpoint/2010/main" val="31021879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_Low_Text_Lef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010CD5-E471-651E-146F-7B89A060CC1D}"/>
              </a:ext>
            </a:extLst>
          </p:cNvPr>
          <p:cNvSpPr>
            <a:spLocks noGrp="1"/>
          </p:cNvSpPr>
          <p:nvPr>
            <p:ph type="sldNum" sz="quarter" idx="13"/>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8794AD10-CBB6-BD8E-9999-6C3C51AE4E1F}"/>
              </a:ext>
            </a:extLst>
          </p:cNvPr>
          <p:cNvSpPr>
            <a:spLocks noGrp="1"/>
          </p:cNvSpPr>
          <p:nvPr>
            <p:ph type="ftr" sz="quarter" idx="14"/>
          </p:nvPr>
        </p:nvSpPr>
        <p:spPr/>
        <p:txBody>
          <a:bodyPr/>
          <a:lstStyle/>
          <a:p>
            <a:r>
              <a:rPr lang="en-US"/>
              <a:t>Webinar | Title | Date</a:t>
            </a:r>
          </a:p>
        </p:txBody>
      </p:sp>
      <p:sp>
        <p:nvSpPr>
          <p:cNvPr id="6" name="Text Placeholder 6">
            <a:extLst>
              <a:ext uri="{FF2B5EF4-FFF2-40B4-BE49-F238E27FC236}">
                <a16:creationId xmlns:a16="http://schemas.microsoft.com/office/drawing/2014/main" id="{7C4E8168-F382-1C10-F1C5-D425CE1164EE}"/>
              </a:ext>
            </a:extLst>
          </p:cNvPr>
          <p:cNvSpPr>
            <a:spLocks noGrp="1"/>
          </p:cNvSpPr>
          <p:nvPr>
            <p:ph type="body" sz="quarter" idx="15"/>
          </p:nvPr>
        </p:nvSpPr>
        <p:spPr>
          <a:xfrm>
            <a:off x="624500" y="2894028"/>
            <a:ext cx="4925605" cy="3097697"/>
          </a:xfrm>
        </p:spPr>
        <p:txBody>
          <a:bodyPr>
            <a:normAutofit/>
          </a:bodyPr>
          <a:lstStyle>
            <a:lvl1pPr>
              <a:defRPr sz="1800"/>
            </a:lvl1pPr>
          </a:lstStyle>
          <a:p>
            <a:pPr lvl="0"/>
            <a:r>
              <a:rPr lang="en-US"/>
              <a:t>Click to edit Master text styles</a:t>
            </a:r>
          </a:p>
        </p:txBody>
      </p:sp>
      <p:sp>
        <p:nvSpPr>
          <p:cNvPr id="7" name="Title 2">
            <a:extLst>
              <a:ext uri="{FF2B5EF4-FFF2-40B4-BE49-F238E27FC236}">
                <a16:creationId xmlns:a16="http://schemas.microsoft.com/office/drawing/2014/main" id="{E04BE36F-7FCB-2BDD-8EC5-3D108138B549}"/>
              </a:ext>
            </a:extLst>
          </p:cNvPr>
          <p:cNvSpPr>
            <a:spLocks noGrp="1"/>
          </p:cNvSpPr>
          <p:nvPr>
            <p:ph type="title" hasCustomPrompt="1"/>
          </p:nvPr>
        </p:nvSpPr>
        <p:spPr>
          <a:xfrm>
            <a:off x="624501" y="752851"/>
            <a:ext cx="4925605" cy="1732161"/>
          </a:xfrm>
        </p:spPr>
        <p:txBody>
          <a:bodyPr>
            <a:noAutofit/>
          </a:bodyPr>
          <a:lstStyle>
            <a:lvl1pPr>
              <a:defRPr sz="6000"/>
            </a:lvl1pPr>
          </a:lstStyle>
          <a:p>
            <a:r>
              <a:rPr lang="en-US"/>
              <a:t>Click to edit title text</a:t>
            </a:r>
          </a:p>
        </p:txBody>
      </p:sp>
      <p:sp>
        <p:nvSpPr>
          <p:cNvPr id="3" name="Picture Placeholder 7">
            <a:extLst>
              <a:ext uri="{FF2B5EF4-FFF2-40B4-BE49-F238E27FC236}">
                <a16:creationId xmlns:a16="http://schemas.microsoft.com/office/drawing/2014/main" id="{3D9B8C9A-3E5C-A35D-C7CA-FC421544FE2C}"/>
              </a:ext>
            </a:extLst>
          </p:cNvPr>
          <p:cNvSpPr>
            <a:spLocks noGrp="1"/>
          </p:cNvSpPr>
          <p:nvPr>
            <p:ph type="pic" sz="quarter" idx="16"/>
          </p:nvPr>
        </p:nvSpPr>
        <p:spPr>
          <a:xfrm>
            <a:off x="6878219" y="1059657"/>
            <a:ext cx="4579489" cy="4738687"/>
          </a:xfrm>
          <a:prstGeom prst="roundRect">
            <a:avLst>
              <a:gd name="adj" fmla="val 9876"/>
            </a:avLst>
          </a:prstGeom>
        </p:spPr>
        <p:txBody>
          <a:bodyPr/>
          <a:lstStyle/>
          <a:p>
            <a:endParaRPr lang="en-US"/>
          </a:p>
        </p:txBody>
      </p:sp>
    </p:spTree>
    <p:extLst>
      <p:ext uri="{BB962C8B-B14F-4D97-AF65-F5344CB8AC3E}">
        <p14:creationId xmlns:p14="http://schemas.microsoft.com/office/powerpoint/2010/main" val="9210786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3CBD4E-DBCC-F033-C992-C3D8B7B1A40F}"/>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11BDA4E2-654D-9A52-E37C-6F66634DBFB2}"/>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37850646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Heading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B8FFEF-2D51-9031-9EAF-79522F505364}"/>
              </a:ext>
            </a:extLst>
          </p:cNvPr>
          <p:cNvSpPr>
            <a:spLocks noGrp="1"/>
          </p:cNvSpPr>
          <p:nvPr>
            <p:ph type="sldNum" sz="quarter" idx="12"/>
          </p:nvPr>
        </p:nvSpPr>
        <p:spPr/>
        <p:txBody>
          <a:bodyPr/>
          <a:lstStyle/>
          <a:p>
            <a:fld id="{C6E10DBF-A5B8-604C-8CA6-B077E5EF61A1}" type="slidenum">
              <a:rPr lang="en-US" smtClean="0"/>
              <a:pPr/>
              <a:t>‹#›</a:t>
            </a:fld>
            <a:endParaRPr lang="en-US"/>
          </a:p>
        </p:txBody>
      </p:sp>
      <p:sp>
        <p:nvSpPr>
          <p:cNvPr id="2" name="Title 1">
            <a:extLst>
              <a:ext uri="{FF2B5EF4-FFF2-40B4-BE49-F238E27FC236}">
                <a16:creationId xmlns:a16="http://schemas.microsoft.com/office/drawing/2014/main" id="{581BF889-74AB-A401-DF18-E049C1CC22C4}"/>
              </a:ext>
            </a:extLst>
          </p:cNvPr>
          <p:cNvSpPr>
            <a:spLocks noGrp="1"/>
          </p:cNvSpPr>
          <p:nvPr>
            <p:ph type="title"/>
          </p:nvPr>
        </p:nvSpPr>
        <p:spPr>
          <a:xfrm>
            <a:off x="505999" y="1296907"/>
            <a:ext cx="10698918" cy="1920526"/>
          </a:xfrm>
        </p:spPr>
        <p:txBody>
          <a:bodyPr>
            <a:noAutofit/>
          </a:bodyPr>
          <a:lstStyle>
            <a:lvl1pPr>
              <a:defRPr sz="7200"/>
            </a:lvl1pPr>
          </a:lstStyle>
          <a:p>
            <a:r>
              <a:rPr lang="en-US"/>
              <a:t>Click to edit Master title style</a:t>
            </a:r>
          </a:p>
        </p:txBody>
      </p:sp>
      <p:sp>
        <p:nvSpPr>
          <p:cNvPr id="3" name="Footer Placeholder 2">
            <a:extLst>
              <a:ext uri="{FF2B5EF4-FFF2-40B4-BE49-F238E27FC236}">
                <a16:creationId xmlns:a16="http://schemas.microsoft.com/office/drawing/2014/main" id="{7EF81866-A98A-ABD4-6FAE-5694FE1A5DE2}"/>
              </a:ext>
            </a:extLst>
          </p:cNvPr>
          <p:cNvSpPr>
            <a:spLocks noGrp="1"/>
          </p:cNvSpPr>
          <p:nvPr>
            <p:ph type="ftr" sz="quarter" idx="13"/>
          </p:nvPr>
        </p:nvSpPr>
        <p:spPr/>
        <p:txBody>
          <a:bodyPr/>
          <a:lstStyle/>
          <a:p>
            <a:r>
              <a:rPr lang="en-US"/>
              <a:t>Webinar | Title | Date</a:t>
            </a:r>
          </a:p>
        </p:txBody>
      </p:sp>
    </p:spTree>
    <p:extLst>
      <p:ext uri="{BB962C8B-B14F-4D97-AF65-F5344CB8AC3E}">
        <p14:creationId xmlns:p14="http://schemas.microsoft.com/office/powerpoint/2010/main" val="42210624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D068FF-AED4-012E-924C-843B6E331697}"/>
              </a:ext>
            </a:extLst>
          </p:cNvPr>
          <p:cNvSpPr>
            <a:spLocks noGrp="1"/>
          </p:cNvSpPr>
          <p:nvPr>
            <p:ph type="title"/>
          </p:nvPr>
        </p:nvSpPr>
        <p:spPr/>
        <p:txBody>
          <a:bodyPr/>
          <a:lstStyle/>
          <a:p>
            <a:r>
              <a:rPr lang="en-US"/>
              <a:t>Click to edit Master title style</a:t>
            </a:r>
          </a:p>
        </p:txBody>
      </p:sp>
      <p:sp>
        <p:nvSpPr>
          <p:cNvPr id="4" name="Slide Number Placeholder 3">
            <a:extLst>
              <a:ext uri="{FF2B5EF4-FFF2-40B4-BE49-F238E27FC236}">
                <a16:creationId xmlns:a16="http://schemas.microsoft.com/office/drawing/2014/main" id="{E349678D-410E-79FC-4506-AADE950B2949}"/>
              </a:ext>
            </a:extLst>
          </p:cNvPr>
          <p:cNvSpPr>
            <a:spLocks noGrp="1"/>
          </p:cNvSpPr>
          <p:nvPr>
            <p:ph type="sldNum" sz="quarter" idx="11"/>
          </p:nvPr>
        </p:nvSpPr>
        <p:spPr/>
        <p:txBody>
          <a:bodyPr/>
          <a:lstStyle/>
          <a:p>
            <a:fld id="{C6E10DBF-A5B8-604C-8CA6-B077E5EF61A1}" type="slidenum">
              <a:rPr lang="en-US" smtClean="0"/>
              <a:pPr/>
              <a:t>‹#›</a:t>
            </a:fld>
            <a:endParaRPr lang="en-US"/>
          </a:p>
        </p:txBody>
      </p:sp>
      <p:sp>
        <p:nvSpPr>
          <p:cNvPr id="2" name="Footer Placeholder 1">
            <a:extLst>
              <a:ext uri="{FF2B5EF4-FFF2-40B4-BE49-F238E27FC236}">
                <a16:creationId xmlns:a16="http://schemas.microsoft.com/office/drawing/2014/main" id="{F67D3BAB-1DFE-43AC-517C-C0F8B7C5ADA2}"/>
              </a:ext>
            </a:extLst>
          </p:cNvPr>
          <p:cNvSpPr>
            <a:spLocks noGrp="1"/>
          </p:cNvSpPr>
          <p:nvPr>
            <p:ph type="ftr" sz="quarter" idx="12"/>
          </p:nvPr>
        </p:nvSpPr>
        <p:spPr/>
        <p:txBody>
          <a:bodyPr/>
          <a:lstStyle/>
          <a:p>
            <a:r>
              <a:rPr lang="en-US"/>
              <a:t>Webinar | Title | Date</a:t>
            </a:r>
          </a:p>
        </p:txBody>
      </p:sp>
    </p:spTree>
    <p:extLst>
      <p:ext uri="{BB962C8B-B14F-4D97-AF65-F5344CB8AC3E}">
        <p14:creationId xmlns:p14="http://schemas.microsoft.com/office/powerpoint/2010/main" val="15652999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structions_Template">
    <p:spTree>
      <p:nvGrpSpPr>
        <p:cNvPr id="1" name=""/>
        <p:cNvGrpSpPr/>
        <p:nvPr/>
      </p:nvGrpSpPr>
      <p:grpSpPr>
        <a:xfrm>
          <a:off x="0" y="0"/>
          <a:ext cx="0" cy="0"/>
          <a:chOff x="0" y="0"/>
          <a:chExt cx="0" cy="0"/>
        </a:xfrm>
      </p:grpSpPr>
      <p:sp>
        <p:nvSpPr>
          <p:cNvPr id="3" name="Regtangle_Grey">
            <a:extLst>
              <a:ext uri="{FF2B5EF4-FFF2-40B4-BE49-F238E27FC236}">
                <a16:creationId xmlns:a16="http://schemas.microsoft.com/office/drawing/2014/main" id="{ECE41482-4BE2-E5D8-F86A-7D740E386F54}"/>
              </a:ext>
            </a:extLst>
          </p:cNvPr>
          <p:cNvSpPr/>
          <p:nvPr userDrawn="1"/>
        </p:nvSpPr>
        <p:spPr>
          <a:xfrm>
            <a:off x="0" y="5862"/>
            <a:ext cx="3142099" cy="6852138"/>
          </a:xfrm>
          <a:prstGeom prst="rect">
            <a:avLst/>
          </a:prstGeom>
          <a:solidFill>
            <a:srgbClr val="E5E5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P Mori"/>
              <a:ea typeface="+mn-ea"/>
              <a:cs typeface="+mn-cs"/>
            </a:endParaRPr>
          </a:p>
        </p:txBody>
      </p:sp>
      <p:sp>
        <p:nvSpPr>
          <p:cNvPr id="4" name="Rounded Rectangle_Instruction">
            <a:extLst>
              <a:ext uri="{FF2B5EF4-FFF2-40B4-BE49-F238E27FC236}">
                <a16:creationId xmlns:a16="http://schemas.microsoft.com/office/drawing/2014/main" id="{A1970845-B92B-D065-469D-FAB308B11D06}"/>
              </a:ext>
            </a:extLst>
          </p:cNvPr>
          <p:cNvSpPr/>
          <p:nvPr userDrawn="1"/>
        </p:nvSpPr>
        <p:spPr>
          <a:xfrm>
            <a:off x="241308" y="233202"/>
            <a:ext cx="1442712" cy="238445"/>
          </a:xfrm>
          <a:prstGeom prst="roundRect">
            <a:avLst>
              <a:gd name="adj" fmla="val 34240"/>
            </a:avLst>
          </a:pr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a:ln>
                  <a:noFill/>
                </a:ln>
                <a:solidFill>
                  <a:srgbClr val="FFFFFF"/>
                </a:solidFill>
                <a:effectLst/>
                <a:uLnTx/>
                <a:uFillTx/>
                <a:latin typeface="Clash Display Semibold" pitchFamily="2" charset="0"/>
                <a:ea typeface="+mn-ea"/>
                <a:cs typeface="+mn-cs"/>
              </a:rPr>
              <a:t>INSTRUCTION</a:t>
            </a:r>
          </a:p>
        </p:txBody>
      </p:sp>
      <p:sp>
        <p:nvSpPr>
          <p:cNvPr id="8" name="Instructions_Placeholder">
            <a:extLst>
              <a:ext uri="{FF2B5EF4-FFF2-40B4-BE49-F238E27FC236}">
                <a16:creationId xmlns:a16="http://schemas.microsoft.com/office/drawing/2014/main" id="{EFFD6E50-6672-76AC-80B4-9C7E7F5B1104}"/>
              </a:ext>
            </a:extLst>
          </p:cNvPr>
          <p:cNvSpPr>
            <a:spLocks noGrp="1"/>
          </p:cNvSpPr>
          <p:nvPr>
            <p:ph type="body" sz="quarter" idx="12"/>
          </p:nvPr>
        </p:nvSpPr>
        <p:spPr>
          <a:xfrm>
            <a:off x="355665" y="1864664"/>
            <a:ext cx="2628835" cy="4321343"/>
          </a:xfrm>
          <a:prstGeom prst="rect">
            <a:avLst/>
          </a:prstGeom>
        </p:spPr>
        <p:txBody>
          <a:bodyPr/>
          <a:lstStyle>
            <a:lvl1pPr>
              <a:lnSpc>
                <a:spcPct val="100000"/>
              </a:lnSpc>
              <a:spcBef>
                <a:spcPts val="200"/>
              </a:spcBef>
              <a:defRPr sz="900"/>
            </a:lvl1pPr>
            <a:lvl2pPr>
              <a:lnSpc>
                <a:spcPct val="100000"/>
              </a:lnSpc>
              <a:spcBef>
                <a:spcPts val="200"/>
              </a:spcBef>
              <a:defRPr sz="900"/>
            </a:lvl2pPr>
            <a:lvl3pPr>
              <a:lnSpc>
                <a:spcPct val="100000"/>
              </a:lnSpc>
              <a:spcBef>
                <a:spcPts val="200"/>
              </a:spcBef>
              <a:defRPr sz="900"/>
            </a:lvl3pPr>
            <a:lvl4pPr>
              <a:lnSpc>
                <a:spcPct val="100000"/>
              </a:lnSpc>
              <a:spcBef>
                <a:spcPts val="200"/>
              </a:spcBef>
              <a:defRPr sz="900"/>
            </a:lvl4pPr>
            <a:lvl5pPr>
              <a:lnSpc>
                <a:spcPct val="100000"/>
              </a:lnSpc>
              <a:spcBef>
                <a:spcPts val="200"/>
              </a:spcBef>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Goal_Placeholder">
            <a:extLst>
              <a:ext uri="{FF2B5EF4-FFF2-40B4-BE49-F238E27FC236}">
                <a16:creationId xmlns:a16="http://schemas.microsoft.com/office/drawing/2014/main" id="{10AE8C24-D259-9AEA-1BB3-D2A8318E760D}"/>
              </a:ext>
            </a:extLst>
          </p:cNvPr>
          <p:cNvSpPr>
            <a:spLocks noGrp="1"/>
          </p:cNvSpPr>
          <p:nvPr>
            <p:ph type="body" sz="quarter" idx="13"/>
          </p:nvPr>
        </p:nvSpPr>
        <p:spPr>
          <a:xfrm>
            <a:off x="150182" y="972240"/>
            <a:ext cx="2849766" cy="677692"/>
          </a:xfrm>
          <a:prstGeom prst="rect">
            <a:avLst/>
          </a:prstGeom>
        </p:spPr>
        <p:txBody>
          <a:bodyPr/>
          <a:lstStyle>
            <a:lvl1pPr>
              <a:lnSpc>
                <a:spcPct val="100000"/>
              </a:lnSpc>
              <a:spcBef>
                <a:spcPts val="200"/>
              </a:spcBef>
              <a:defRPr sz="900"/>
            </a:lvl1pPr>
            <a:lvl2pPr>
              <a:lnSpc>
                <a:spcPct val="100000"/>
              </a:lnSpc>
              <a:spcBef>
                <a:spcPts val="200"/>
              </a:spcBef>
              <a:defRPr sz="900"/>
            </a:lvl2pPr>
            <a:lvl3pPr>
              <a:lnSpc>
                <a:spcPct val="100000"/>
              </a:lnSpc>
              <a:spcBef>
                <a:spcPts val="200"/>
              </a:spcBef>
              <a:defRPr sz="900"/>
            </a:lvl3pPr>
            <a:lvl4pPr>
              <a:lnSpc>
                <a:spcPct val="100000"/>
              </a:lnSpc>
              <a:spcBef>
                <a:spcPts val="200"/>
              </a:spcBef>
              <a:defRPr sz="900"/>
            </a:lvl4pPr>
            <a:lvl5pPr>
              <a:lnSpc>
                <a:spcPct val="100000"/>
              </a:lnSpc>
              <a:spcBef>
                <a:spcPts val="200"/>
              </a:spcBef>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5642E76-49C9-CF04-AE7C-841782D9785F}"/>
              </a:ext>
            </a:extLst>
          </p:cNvPr>
          <p:cNvSpPr>
            <a:spLocks noGrp="1"/>
          </p:cNvSpPr>
          <p:nvPr>
            <p:ph type="title"/>
          </p:nvPr>
        </p:nvSpPr>
        <p:spPr>
          <a:xfrm>
            <a:off x="150182" y="557784"/>
            <a:ext cx="2852928" cy="367367"/>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18B77F88-BC4D-F4B6-3313-CDF46AD53EF7}"/>
              </a:ext>
            </a:extLst>
          </p:cNvPr>
          <p:cNvSpPr>
            <a:spLocks noGrp="1"/>
          </p:cNvSpPr>
          <p:nvPr>
            <p:ph type="ftr" sz="quarter" idx="14"/>
          </p:nvPr>
        </p:nvSpPr>
        <p:spPr/>
        <p:txBody>
          <a:bodyPr/>
          <a:lstStyle/>
          <a:p>
            <a:r>
              <a:rPr lang="en-US"/>
              <a:t>Webinar | Title | Date</a:t>
            </a:r>
          </a:p>
        </p:txBody>
      </p:sp>
      <p:sp>
        <p:nvSpPr>
          <p:cNvPr id="10" name="Slide Number Placeholder 9">
            <a:extLst>
              <a:ext uri="{FF2B5EF4-FFF2-40B4-BE49-F238E27FC236}">
                <a16:creationId xmlns:a16="http://schemas.microsoft.com/office/drawing/2014/main" id="{19027A65-E07F-7491-E88A-669085CFC7CF}"/>
              </a:ext>
            </a:extLst>
          </p:cNvPr>
          <p:cNvSpPr>
            <a:spLocks noGrp="1"/>
          </p:cNvSpPr>
          <p:nvPr>
            <p:ph type="sldNum" sz="quarter" idx="15"/>
          </p:nvPr>
        </p:nvSpPr>
        <p:spPr/>
        <p:txBody>
          <a:bodyPr/>
          <a:lstStyle/>
          <a:p>
            <a:fld id="{C6E10DBF-A5B8-604C-8CA6-B077E5EF61A1}" type="slidenum">
              <a:rPr lang="en-US" smtClean="0"/>
              <a:pPr/>
              <a:t>‹#›</a:t>
            </a:fld>
            <a:endParaRPr lang="en-US"/>
          </a:p>
        </p:txBody>
      </p:sp>
      <p:sp>
        <p:nvSpPr>
          <p:cNvPr id="11" name="Footer Placeholder 11">
            <a:extLst>
              <a:ext uri="{FF2B5EF4-FFF2-40B4-BE49-F238E27FC236}">
                <a16:creationId xmlns:a16="http://schemas.microsoft.com/office/drawing/2014/main" id="{EC6F6FD5-57C3-E898-3CC5-62A91ACDA5F5}"/>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solidFill>
                  <a:schemeClr val="tx1"/>
                </a:solidFill>
              </a:rPr>
              <a:t>©  PRODUCTSIDE</a:t>
            </a:r>
          </a:p>
        </p:txBody>
      </p:sp>
    </p:spTree>
    <p:extLst>
      <p:ext uri="{BB962C8B-B14F-4D97-AF65-F5344CB8AC3E}">
        <p14:creationId xmlns:p14="http://schemas.microsoft.com/office/powerpoint/2010/main" val="16870803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_Template">
    <p:spTree>
      <p:nvGrpSpPr>
        <p:cNvPr id="1" name=""/>
        <p:cNvGrpSpPr/>
        <p:nvPr/>
      </p:nvGrpSpPr>
      <p:grpSpPr>
        <a:xfrm>
          <a:off x="0" y="0"/>
          <a:ext cx="0" cy="0"/>
          <a:chOff x="0" y="0"/>
          <a:chExt cx="0" cy="0"/>
        </a:xfrm>
      </p:grpSpPr>
      <p:sp>
        <p:nvSpPr>
          <p:cNvPr id="6" name="Title_Placeholder">
            <a:extLst>
              <a:ext uri="{FF2B5EF4-FFF2-40B4-BE49-F238E27FC236}">
                <a16:creationId xmlns:a16="http://schemas.microsoft.com/office/drawing/2014/main" id="{23D0FF59-0F28-F215-F203-5F71149D12E0}"/>
              </a:ext>
            </a:extLst>
          </p:cNvPr>
          <p:cNvSpPr>
            <a:spLocks noGrp="1"/>
          </p:cNvSpPr>
          <p:nvPr>
            <p:ph type="title"/>
          </p:nvPr>
        </p:nvSpPr>
        <p:spPr>
          <a:xfrm>
            <a:off x="180332" y="192913"/>
            <a:ext cx="11214000" cy="358321"/>
          </a:xfrm>
        </p:spPr>
        <p:txBody>
          <a:bodyPr anchor="t">
            <a:normAutofit/>
          </a:bodyPr>
          <a:lstStyle>
            <a:lvl1pPr>
              <a:defRPr sz="1800"/>
            </a:lvl1pPr>
          </a:lstStyle>
          <a:p>
            <a:r>
              <a:rPr lang="en-US"/>
              <a:t>Click to edit Master title style</a:t>
            </a:r>
          </a:p>
        </p:txBody>
      </p:sp>
      <p:sp>
        <p:nvSpPr>
          <p:cNvPr id="2" name="Slide Number Placeholder 1">
            <a:extLst>
              <a:ext uri="{FF2B5EF4-FFF2-40B4-BE49-F238E27FC236}">
                <a16:creationId xmlns:a16="http://schemas.microsoft.com/office/drawing/2014/main" id="{684966F0-82FB-1009-D3F9-C4FE61F3475A}"/>
              </a:ext>
            </a:extLst>
          </p:cNvPr>
          <p:cNvSpPr>
            <a:spLocks noGrp="1"/>
          </p:cNvSpPr>
          <p:nvPr>
            <p:ph type="sldNum" sz="quarter" idx="10"/>
          </p:nvPr>
        </p:nvSpPr>
        <p:spPr/>
        <p:txBody>
          <a:bodyPr/>
          <a:lstStyle/>
          <a:p>
            <a:fld id="{C6E10DBF-A5B8-604C-8CA6-B077E5EF61A1}" type="slidenum">
              <a:rPr lang="en-US" smtClean="0"/>
              <a:pPr/>
              <a:t>‹#›</a:t>
            </a:fld>
            <a:endParaRPr lang="en-US"/>
          </a:p>
        </p:txBody>
      </p:sp>
      <p:sp>
        <p:nvSpPr>
          <p:cNvPr id="3" name="Footer Placeholder 2">
            <a:extLst>
              <a:ext uri="{FF2B5EF4-FFF2-40B4-BE49-F238E27FC236}">
                <a16:creationId xmlns:a16="http://schemas.microsoft.com/office/drawing/2014/main" id="{F3246319-6CF1-3DAA-C342-F6B07C605DBC}"/>
              </a:ext>
            </a:extLst>
          </p:cNvPr>
          <p:cNvSpPr>
            <a:spLocks noGrp="1"/>
          </p:cNvSpPr>
          <p:nvPr>
            <p:ph type="ftr" sz="quarter" idx="11"/>
          </p:nvPr>
        </p:nvSpPr>
        <p:spPr/>
        <p:txBody>
          <a:bodyPr/>
          <a:lstStyle/>
          <a:p>
            <a:r>
              <a:rPr lang="en-US"/>
              <a:t>Webinar | Title | Date</a:t>
            </a:r>
          </a:p>
        </p:txBody>
      </p:sp>
    </p:spTree>
    <p:extLst>
      <p:ext uri="{BB962C8B-B14F-4D97-AF65-F5344CB8AC3E}">
        <p14:creationId xmlns:p14="http://schemas.microsoft.com/office/powerpoint/2010/main" val="36105752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Relationship Id="rId15" Type="http://schemas.openxmlformats.org/officeDocument/2006/relationships/slideLayout" Target="../slideLayouts/slideLayout49.xml"/><Relationship Id="rId1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5" Type="http://schemas.openxmlformats.org/officeDocument/2006/relationships/slideLayout" Target="../slideLayouts/slideLayout54.xml"/><Relationship Id="rId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slideLayout" Target="../slideLayouts/slideLayout56.xml"/><Relationship Id="rId3" Type="http://schemas.openxmlformats.org/officeDocument/2006/relationships/slideLayout" Target="../slideLayouts/slideLayout57.xml"/><Relationship Id="rId4" Type="http://schemas.openxmlformats.org/officeDocument/2006/relationships/theme" Target="../theme/theme4.xml"/><Relationship Id="rId5" Type="http://schemas.openxmlformats.org/officeDocument/2006/relationships/image" Target="../media/image14.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1447A7-069F-005B-4B61-6D1ADEC19FFE}"/>
              </a:ext>
            </a:extLst>
          </p:cNvPr>
          <p:cNvSpPr>
            <a:spLocks noGrp="1"/>
          </p:cNvSpPr>
          <p:nvPr>
            <p:ph type="title"/>
          </p:nvPr>
        </p:nvSpPr>
        <p:spPr>
          <a:xfrm>
            <a:off x="394488" y="545804"/>
            <a:ext cx="11097978" cy="535531"/>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1834078B-ECDB-9FB5-0304-D36328F10834}"/>
              </a:ext>
            </a:extLst>
          </p:cNvPr>
          <p:cNvSpPr>
            <a:spLocks noGrp="1"/>
          </p:cNvSpPr>
          <p:nvPr>
            <p:ph type="body" idx="1"/>
          </p:nvPr>
        </p:nvSpPr>
        <p:spPr>
          <a:xfrm>
            <a:off x="394488" y="1606483"/>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65AFF13-CAFF-3150-D598-0EA4D62CBE33}"/>
              </a:ext>
            </a:extLst>
          </p:cNvPr>
          <p:cNvSpPr>
            <a:spLocks noGrp="1"/>
          </p:cNvSpPr>
          <p:nvPr>
            <p:ph type="sldNum" sz="quarter" idx="4"/>
          </p:nvPr>
        </p:nvSpPr>
        <p:spPr>
          <a:xfrm>
            <a:off x="11636462" y="6403254"/>
            <a:ext cx="405356" cy="365125"/>
          </a:xfrm>
          <a:prstGeom prst="rect">
            <a:avLst/>
          </a:prstGeom>
        </p:spPr>
        <p:txBody>
          <a:bodyPr vert="horz" lIns="91440" tIns="45720" rIns="91440" bIns="45720" rtlCol="0" anchor="ctr"/>
          <a:lstStyle>
            <a:lvl1pPr algn="r">
              <a:defRPr sz="900">
                <a:solidFill>
                  <a:srgbClr val="9E9E9E"/>
                </a:solidFill>
              </a:defRPr>
            </a:lvl1pPr>
          </a:lstStyle>
          <a:p>
            <a:fld id="{C6E10DBF-A5B8-604C-8CA6-B077E5EF61A1}" type="slidenum">
              <a:rPr lang="en-US" smtClean="0"/>
              <a:pPr/>
              <a:t>‹#›</a:t>
            </a:fld>
            <a:endParaRPr lang="en-US"/>
          </a:p>
        </p:txBody>
      </p:sp>
      <p:sp>
        <p:nvSpPr>
          <p:cNvPr id="6" name="Footer Placeholder 11">
            <a:extLst>
              <a:ext uri="{FF2B5EF4-FFF2-40B4-BE49-F238E27FC236}">
                <a16:creationId xmlns:a16="http://schemas.microsoft.com/office/drawing/2014/main" id="{87B2AE0E-7FF4-B334-F97A-4D97AC34B18A}"/>
              </a:ext>
            </a:extLst>
          </p:cNvPr>
          <p:cNvSpPr>
            <a:spLocks noGrp="1"/>
          </p:cNvSpPr>
          <p:nvPr>
            <p:ph type="ftr" sz="quarter" idx="3"/>
          </p:nvPr>
        </p:nvSpPr>
        <p:spPr>
          <a:xfrm>
            <a:off x="2749119" y="6400740"/>
            <a:ext cx="6693762" cy="365125"/>
          </a:xfrm>
          <a:prstGeom prst="rect">
            <a:avLst/>
          </a:prstGeom>
        </p:spPr>
        <p:txBody>
          <a:bodyPr vert="horz" lIns="91440" tIns="45720" rIns="91440" bIns="45720" rtlCol="0" anchor="ctr"/>
          <a:lstStyle>
            <a:lvl1pPr algn="ctr">
              <a:defRPr sz="900">
                <a:solidFill>
                  <a:srgbClr val="9E9E9E"/>
                </a:solidFill>
              </a:defRPr>
            </a:lvl1pPr>
          </a:lstStyle>
          <a:p>
            <a:r>
              <a:rPr lang="en-US"/>
              <a:t>Webinar | Title | Date</a:t>
            </a:r>
          </a:p>
        </p:txBody>
      </p:sp>
      <p:sp>
        <p:nvSpPr>
          <p:cNvPr id="7" name="Footer Placeholder 11">
            <a:extLst>
              <a:ext uri="{FF2B5EF4-FFF2-40B4-BE49-F238E27FC236}">
                <a16:creationId xmlns:a16="http://schemas.microsoft.com/office/drawing/2014/main" id="{F7CA1E6F-9BD0-21EF-04A9-B2DBB4F5DF5F}"/>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t>©  PRODUCTSIDE</a:t>
            </a:r>
          </a:p>
        </p:txBody>
      </p:sp>
    </p:spTree>
    <p:extLst>
      <p:ext uri="{BB962C8B-B14F-4D97-AF65-F5344CB8AC3E}">
        <p14:creationId xmlns:p14="http://schemas.microsoft.com/office/powerpoint/2010/main" val="395210541"/>
      </p:ext>
    </p:extLst>
  </p:cSld>
  <p:clrMap bg1="lt1" tx1="dk1" bg2="lt2" tx2="dk2" accent1="accent1" accent2="accent2" accent3="accent3" accent4="accent4" accent5="accent5" accent6="accent6" hlink="hlink" folHlink="folHlink"/>
  <p:sldLayoutIdLst>
    <p:sldLayoutId id="2147484763" r:id="rId1"/>
    <p:sldLayoutId id="2147484764" r:id="rId2"/>
    <p:sldLayoutId id="2147484862" r:id="rId3"/>
    <p:sldLayoutId id="2147484398" r:id="rId4"/>
    <p:sldLayoutId id="2147484563" r:id="rId5"/>
    <p:sldLayoutId id="2147484896" r:id="rId6"/>
    <p:sldLayoutId id="2147484399" r:id="rId7"/>
    <p:sldLayoutId id="2147484467" r:id="rId8"/>
    <p:sldLayoutId id="2147484795" r:id="rId9"/>
    <p:sldLayoutId id="2147484556" r:id="rId10"/>
    <p:sldLayoutId id="2147484863" r:id="rId11"/>
    <p:sldLayoutId id="2147484897" r:id="rId12"/>
    <p:sldLayoutId id="2147484898" r:id="rId13"/>
    <p:sldLayoutId id="2147484883" r:id="rId14"/>
    <p:sldLayoutId id="2147484890" r:id="rId15"/>
    <p:sldLayoutId id="2147484884" r:id="rId16"/>
    <p:sldLayoutId id="2147484899" r:id="rId17"/>
    <p:sldLayoutId id="2147484900" r:id="rId18"/>
    <p:sldLayoutId id="2147484886" r:id="rId19"/>
    <p:sldLayoutId id="2147484891" r:id="rId20"/>
    <p:sldLayoutId id="2147484887" r:id="rId21"/>
    <p:sldLayoutId id="2147484894" r:id="rId22"/>
    <p:sldLayoutId id="2147484888" r:id="rId23"/>
    <p:sldLayoutId id="2147484907" r:id="rId24"/>
    <p:sldLayoutId id="2147484889" r:id="rId25"/>
    <p:sldLayoutId id="2147484902" r:id="rId26"/>
    <p:sldLayoutId id="2147484903" r:id="rId27"/>
    <p:sldLayoutId id="2147484904" r:id="rId28"/>
    <p:sldLayoutId id="2147484908" r:id="rId29"/>
    <p:sldLayoutId id="2147484912" r:id="rId30"/>
    <p:sldLayoutId id="2147484906" r:id="rId31"/>
    <p:sldLayoutId id="2147484911" r:id="rId32"/>
    <p:sldLayoutId id="2147484909" r:id="rId33"/>
    <p:sldLayoutId id="2147484910" r:id="rId34"/>
  </p:sldLayoutIdLst>
  <p:hf hdr="0" dt="0"/>
  <p:txStyles>
    <p:titleStyle>
      <a:lvl1pPr algn="l" defTabSz="914400" rtl="0" eaLnBrk="1" latinLnBrk="0" hangingPunct="1">
        <a:lnSpc>
          <a:spcPct val="90000"/>
        </a:lnSpc>
        <a:spcBef>
          <a:spcPct val="0"/>
        </a:spcBef>
        <a:buNone/>
        <a:defRPr sz="3600" b="0" kern="1200">
          <a:solidFill>
            <a:srgbClr val="000000"/>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1600" b="0" kern="1200">
          <a:solidFill>
            <a:srgbClr val="000000"/>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1400" b="0" kern="1200" spc="0">
          <a:solidFill>
            <a:srgbClr val="000000"/>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200" b="0" kern="1200">
          <a:solidFill>
            <a:srgbClr val="000000"/>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100" b="0" kern="1200">
          <a:solidFill>
            <a:srgbClr val="000000"/>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050" b="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1447A7-069F-005B-4B61-6D1ADEC19FFE}"/>
              </a:ext>
            </a:extLst>
          </p:cNvPr>
          <p:cNvSpPr>
            <a:spLocks noGrp="1"/>
          </p:cNvSpPr>
          <p:nvPr>
            <p:ph type="title"/>
          </p:nvPr>
        </p:nvSpPr>
        <p:spPr>
          <a:xfrm>
            <a:off x="394488" y="545804"/>
            <a:ext cx="11097979" cy="535531"/>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1834078B-ECDB-9FB5-0304-D36328F10834}"/>
              </a:ext>
            </a:extLst>
          </p:cNvPr>
          <p:cNvSpPr>
            <a:spLocks noGrp="1"/>
          </p:cNvSpPr>
          <p:nvPr>
            <p:ph type="body" idx="1"/>
          </p:nvPr>
        </p:nvSpPr>
        <p:spPr>
          <a:xfrm>
            <a:off x="394488" y="179217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F480CCF-C672-E664-C770-04B6D838D7B4}"/>
              </a:ext>
            </a:extLst>
          </p:cNvPr>
          <p:cNvSpPr>
            <a:spLocks noGrp="1"/>
          </p:cNvSpPr>
          <p:nvPr>
            <p:ph type="sldNum" sz="quarter" idx="4"/>
          </p:nvPr>
        </p:nvSpPr>
        <p:spPr>
          <a:xfrm>
            <a:off x="11636462" y="6403254"/>
            <a:ext cx="405356" cy="365125"/>
          </a:xfrm>
          <a:prstGeom prst="rect">
            <a:avLst/>
          </a:prstGeom>
        </p:spPr>
        <p:txBody>
          <a:bodyPr vert="horz" lIns="91440" tIns="45720" rIns="91440" bIns="45720" rtlCol="0" anchor="ctr"/>
          <a:lstStyle>
            <a:lvl1pPr algn="r">
              <a:defRPr sz="900">
                <a:solidFill>
                  <a:srgbClr val="9E9E9E"/>
                </a:solidFill>
              </a:defRPr>
            </a:lvl1pPr>
          </a:lstStyle>
          <a:p>
            <a:fld id="{C6E10DBF-A5B8-604C-8CA6-B077E5EF61A1}" type="slidenum">
              <a:rPr lang="en-US" smtClean="0"/>
              <a:pPr/>
              <a:t>‹#›</a:t>
            </a:fld>
            <a:endParaRPr lang="en-US"/>
          </a:p>
        </p:txBody>
      </p:sp>
      <p:sp>
        <p:nvSpPr>
          <p:cNvPr id="12" name="Footer Placeholder 11">
            <a:extLst>
              <a:ext uri="{FF2B5EF4-FFF2-40B4-BE49-F238E27FC236}">
                <a16:creationId xmlns:a16="http://schemas.microsoft.com/office/drawing/2014/main" id="{6A168C84-2765-F471-A146-F15713F744C4}"/>
              </a:ext>
            </a:extLst>
          </p:cNvPr>
          <p:cNvSpPr>
            <a:spLocks noGrp="1"/>
          </p:cNvSpPr>
          <p:nvPr>
            <p:ph type="ftr" sz="quarter" idx="3"/>
          </p:nvPr>
        </p:nvSpPr>
        <p:spPr>
          <a:xfrm>
            <a:off x="2749119" y="6400740"/>
            <a:ext cx="6693762" cy="365125"/>
          </a:xfrm>
          <a:prstGeom prst="rect">
            <a:avLst/>
          </a:prstGeom>
        </p:spPr>
        <p:txBody>
          <a:bodyPr vert="horz" lIns="91440" tIns="45720" rIns="91440" bIns="45720" rtlCol="0" anchor="ctr"/>
          <a:lstStyle>
            <a:lvl1pPr algn="ctr">
              <a:defRPr sz="900">
                <a:solidFill>
                  <a:srgbClr val="9E9E9E"/>
                </a:solidFill>
              </a:defRPr>
            </a:lvl1pPr>
          </a:lstStyle>
          <a:p>
            <a:r>
              <a:rPr lang="en-US"/>
              <a:t>Webinar | Title | Date</a:t>
            </a:r>
          </a:p>
        </p:txBody>
      </p:sp>
      <p:sp>
        <p:nvSpPr>
          <p:cNvPr id="5" name="Footer Placeholder 11">
            <a:extLst>
              <a:ext uri="{FF2B5EF4-FFF2-40B4-BE49-F238E27FC236}">
                <a16:creationId xmlns:a16="http://schemas.microsoft.com/office/drawing/2014/main" id="{1249FFC8-C95F-9708-E1F0-A1A6A1EF18A9}"/>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t>©  PRODUCTSIDE</a:t>
            </a:r>
          </a:p>
        </p:txBody>
      </p:sp>
    </p:spTree>
    <p:extLst>
      <p:ext uri="{BB962C8B-B14F-4D97-AF65-F5344CB8AC3E}">
        <p14:creationId xmlns:p14="http://schemas.microsoft.com/office/powerpoint/2010/main" val="1869381234"/>
      </p:ext>
    </p:extLst>
  </p:cSld>
  <p:clrMap bg1="dk1" tx1="lt1" bg2="dk2" tx2="lt2" accent1="accent1" accent2="accent2" accent3="accent3" accent4="accent4" accent5="accent5" accent6="accent6" hlink="hlink" folHlink="folHlink"/>
  <p:sldLayoutIdLst>
    <p:sldLayoutId id="2147484830" r:id="rId1"/>
    <p:sldLayoutId id="2147484831" r:id="rId2"/>
    <p:sldLayoutId id="2147484655" r:id="rId3"/>
    <p:sldLayoutId id="2147484832" r:id="rId4"/>
    <p:sldLayoutId id="2147484579" r:id="rId5"/>
    <p:sldLayoutId id="2147484762" r:id="rId6"/>
    <p:sldLayoutId id="2147484833" r:id="rId7"/>
    <p:sldLayoutId id="2147484834" r:id="rId8"/>
    <p:sldLayoutId id="2147484582" r:id="rId9"/>
    <p:sldLayoutId id="2147484878" r:id="rId10"/>
    <p:sldLayoutId id="2147484835" r:id="rId11"/>
    <p:sldLayoutId id="2147484836" r:id="rId12"/>
    <p:sldLayoutId id="2147484892" r:id="rId13"/>
    <p:sldLayoutId id="2147484893" r:id="rId14"/>
    <p:sldLayoutId id="2147484838" r:id="rId15"/>
  </p:sldLayoutIdLst>
  <p:hf hd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b="0" kern="1200" spc="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b="0" kern="1200" spc="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b="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b="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5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1447A7-069F-005B-4B61-6D1ADEC19FFE}"/>
              </a:ext>
            </a:extLst>
          </p:cNvPr>
          <p:cNvSpPr>
            <a:spLocks noGrp="1"/>
          </p:cNvSpPr>
          <p:nvPr>
            <p:ph type="title"/>
          </p:nvPr>
        </p:nvSpPr>
        <p:spPr>
          <a:xfrm>
            <a:off x="394488" y="545804"/>
            <a:ext cx="11097979" cy="535531"/>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1834078B-ECDB-9FB5-0304-D36328F10834}"/>
              </a:ext>
            </a:extLst>
          </p:cNvPr>
          <p:cNvSpPr>
            <a:spLocks noGrp="1"/>
          </p:cNvSpPr>
          <p:nvPr>
            <p:ph type="body" idx="1"/>
          </p:nvPr>
        </p:nvSpPr>
        <p:spPr>
          <a:xfrm>
            <a:off x="394488" y="179217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F480CCF-C672-E664-C770-04B6D838D7B4}"/>
              </a:ext>
            </a:extLst>
          </p:cNvPr>
          <p:cNvSpPr>
            <a:spLocks noGrp="1"/>
          </p:cNvSpPr>
          <p:nvPr>
            <p:ph type="sldNum" sz="quarter" idx="4"/>
          </p:nvPr>
        </p:nvSpPr>
        <p:spPr>
          <a:xfrm>
            <a:off x="11636462" y="6403254"/>
            <a:ext cx="405356" cy="365125"/>
          </a:xfrm>
          <a:prstGeom prst="rect">
            <a:avLst/>
          </a:prstGeom>
        </p:spPr>
        <p:txBody>
          <a:bodyPr vert="horz" lIns="91440" tIns="45720" rIns="91440" bIns="45720" rtlCol="0" anchor="ctr"/>
          <a:lstStyle>
            <a:lvl1pPr algn="r">
              <a:defRPr sz="900">
                <a:solidFill>
                  <a:schemeClr val="tx2"/>
                </a:solidFill>
              </a:defRPr>
            </a:lvl1pPr>
          </a:lstStyle>
          <a:p>
            <a:fld id="{C6E10DBF-A5B8-604C-8CA6-B077E5EF61A1}" type="slidenum">
              <a:rPr lang="en-US" smtClean="0"/>
              <a:pPr/>
              <a:t>‹#›</a:t>
            </a:fld>
            <a:endParaRPr lang="en-US"/>
          </a:p>
        </p:txBody>
      </p:sp>
      <p:sp>
        <p:nvSpPr>
          <p:cNvPr id="12" name="Footer Placeholder 11">
            <a:extLst>
              <a:ext uri="{FF2B5EF4-FFF2-40B4-BE49-F238E27FC236}">
                <a16:creationId xmlns:a16="http://schemas.microsoft.com/office/drawing/2014/main" id="{6A168C84-2765-F471-A146-F15713F744C4}"/>
              </a:ext>
            </a:extLst>
          </p:cNvPr>
          <p:cNvSpPr>
            <a:spLocks noGrp="1"/>
          </p:cNvSpPr>
          <p:nvPr>
            <p:ph type="ftr" sz="quarter" idx="3"/>
          </p:nvPr>
        </p:nvSpPr>
        <p:spPr>
          <a:xfrm>
            <a:off x="2749119" y="6400740"/>
            <a:ext cx="6693762" cy="365125"/>
          </a:xfrm>
          <a:prstGeom prst="rect">
            <a:avLst/>
          </a:prstGeom>
        </p:spPr>
        <p:txBody>
          <a:bodyPr vert="horz" lIns="91440" tIns="45720" rIns="91440" bIns="45720" rtlCol="0" anchor="ctr"/>
          <a:lstStyle>
            <a:lvl1pPr algn="ctr">
              <a:defRPr sz="900">
                <a:solidFill>
                  <a:schemeClr val="tx2"/>
                </a:solidFill>
              </a:defRPr>
            </a:lvl1pPr>
          </a:lstStyle>
          <a:p>
            <a:r>
              <a:rPr lang="en-US"/>
              <a:t>Webinar | Title | Date</a:t>
            </a:r>
          </a:p>
        </p:txBody>
      </p:sp>
      <p:sp>
        <p:nvSpPr>
          <p:cNvPr id="5" name="Footer Placeholder 11">
            <a:extLst>
              <a:ext uri="{FF2B5EF4-FFF2-40B4-BE49-F238E27FC236}">
                <a16:creationId xmlns:a16="http://schemas.microsoft.com/office/drawing/2014/main" id="{1249FFC8-C95F-9708-E1F0-A1A6A1EF18A9}"/>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solidFill>
                  <a:schemeClr val="tx2"/>
                </a:solidFill>
              </a:rPr>
              <a:t>©  PRODUCTSIDE</a:t>
            </a:r>
          </a:p>
        </p:txBody>
      </p:sp>
    </p:spTree>
    <p:extLst>
      <p:ext uri="{BB962C8B-B14F-4D97-AF65-F5344CB8AC3E}">
        <p14:creationId xmlns:p14="http://schemas.microsoft.com/office/powerpoint/2010/main" val="1952671889"/>
      </p:ext>
    </p:extLst>
  </p:cSld>
  <p:clrMap bg1="lt1" tx1="dk1" bg2="lt2" tx2="dk2" accent1="accent1" accent2="accent2" accent3="accent3" accent4="accent4" accent5="accent5" accent6="accent6" hlink="hlink" folHlink="folHlink"/>
  <p:sldLayoutIdLst>
    <p:sldLayoutId id="2147484846" r:id="rId1"/>
    <p:sldLayoutId id="2147484847" r:id="rId2"/>
    <p:sldLayoutId id="2147484761" r:id="rId3"/>
    <p:sldLayoutId id="2147484760" r:id="rId4"/>
    <p:sldLayoutId id="2147484905" r:id="rId5"/>
  </p:sldLayoutIdLst>
  <p:hf hd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b="0" kern="1200" spc="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b="0" kern="1200" spc="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b="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b="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5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42CE466C-45BA-D469-CC88-DCC4F39B8205}"/>
              </a:ext>
            </a:extLst>
          </p:cNvPr>
          <p:cNvPicPr>
            <a:picLocks noChangeAspect="1"/>
          </p:cNvPicPr>
          <p:nvPr userDrawn="1"/>
        </p:nvPicPr>
        <p:blipFill>
          <a:blip r:embed="rId5"/>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51447A7-069F-005B-4B61-6D1ADEC19FFE}"/>
              </a:ext>
            </a:extLst>
          </p:cNvPr>
          <p:cNvSpPr>
            <a:spLocks noGrp="1"/>
          </p:cNvSpPr>
          <p:nvPr>
            <p:ph type="title"/>
          </p:nvPr>
        </p:nvSpPr>
        <p:spPr>
          <a:xfrm>
            <a:off x="394488" y="545804"/>
            <a:ext cx="11097978" cy="535531"/>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1834078B-ECDB-9FB5-0304-D36328F10834}"/>
              </a:ext>
            </a:extLst>
          </p:cNvPr>
          <p:cNvSpPr>
            <a:spLocks noGrp="1"/>
          </p:cNvSpPr>
          <p:nvPr>
            <p:ph type="body" idx="1"/>
          </p:nvPr>
        </p:nvSpPr>
        <p:spPr>
          <a:xfrm>
            <a:off x="394488" y="1606483"/>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D587ACA-A228-EEE4-C1F1-6211D20CA669}"/>
              </a:ext>
            </a:extLst>
          </p:cNvPr>
          <p:cNvSpPr>
            <a:spLocks noGrp="1"/>
          </p:cNvSpPr>
          <p:nvPr>
            <p:ph type="sldNum" sz="quarter" idx="4"/>
          </p:nvPr>
        </p:nvSpPr>
        <p:spPr>
          <a:xfrm>
            <a:off x="11636462" y="6403254"/>
            <a:ext cx="405356" cy="365125"/>
          </a:xfrm>
          <a:prstGeom prst="rect">
            <a:avLst/>
          </a:prstGeom>
        </p:spPr>
        <p:txBody>
          <a:bodyPr vert="horz" lIns="91440" tIns="45720" rIns="91440" bIns="45720" rtlCol="0" anchor="ctr"/>
          <a:lstStyle>
            <a:lvl1pPr algn="r">
              <a:defRPr sz="900">
                <a:solidFill>
                  <a:srgbClr val="9E9E9E"/>
                </a:solidFill>
              </a:defRPr>
            </a:lvl1pPr>
          </a:lstStyle>
          <a:p>
            <a:fld id="{C6E10DBF-A5B8-604C-8CA6-B077E5EF61A1}" type="slidenum">
              <a:rPr lang="en-US" smtClean="0"/>
              <a:pPr/>
              <a:t>‹#›</a:t>
            </a:fld>
            <a:endParaRPr lang="en-US"/>
          </a:p>
        </p:txBody>
      </p:sp>
      <p:sp>
        <p:nvSpPr>
          <p:cNvPr id="7" name="Footer Placeholder 11">
            <a:extLst>
              <a:ext uri="{FF2B5EF4-FFF2-40B4-BE49-F238E27FC236}">
                <a16:creationId xmlns:a16="http://schemas.microsoft.com/office/drawing/2014/main" id="{F866EA82-1290-6F45-FF34-E0642C0F6E56}"/>
              </a:ext>
            </a:extLst>
          </p:cNvPr>
          <p:cNvSpPr>
            <a:spLocks noGrp="1"/>
          </p:cNvSpPr>
          <p:nvPr>
            <p:ph type="ftr" sz="quarter" idx="3"/>
          </p:nvPr>
        </p:nvSpPr>
        <p:spPr>
          <a:xfrm>
            <a:off x="2749119" y="6400740"/>
            <a:ext cx="6693762" cy="365125"/>
          </a:xfrm>
          <a:prstGeom prst="rect">
            <a:avLst/>
          </a:prstGeom>
        </p:spPr>
        <p:txBody>
          <a:bodyPr vert="horz" lIns="91440" tIns="45720" rIns="91440" bIns="45720" rtlCol="0" anchor="ctr"/>
          <a:lstStyle>
            <a:lvl1pPr algn="ctr">
              <a:defRPr sz="900">
                <a:solidFill>
                  <a:srgbClr val="9E9E9E"/>
                </a:solidFill>
              </a:defRPr>
            </a:lvl1pPr>
          </a:lstStyle>
          <a:p>
            <a:r>
              <a:rPr lang="en-US"/>
              <a:t>Webinar | Title | Date</a:t>
            </a:r>
          </a:p>
        </p:txBody>
      </p:sp>
      <p:sp>
        <p:nvSpPr>
          <p:cNvPr id="8" name="Footer Placeholder 11">
            <a:extLst>
              <a:ext uri="{FF2B5EF4-FFF2-40B4-BE49-F238E27FC236}">
                <a16:creationId xmlns:a16="http://schemas.microsoft.com/office/drawing/2014/main" id="{679CB70A-992D-8B64-607D-EE8931355A6B}"/>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t>©  PRODUCTSIDE</a:t>
            </a:r>
          </a:p>
        </p:txBody>
      </p:sp>
    </p:spTree>
    <p:extLst>
      <p:ext uri="{BB962C8B-B14F-4D97-AF65-F5344CB8AC3E}">
        <p14:creationId xmlns:p14="http://schemas.microsoft.com/office/powerpoint/2010/main" val="2033618334"/>
      </p:ext>
    </p:extLst>
  </p:cSld>
  <p:clrMap bg1="lt1" tx1="dk1" bg2="lt2" tx2="dk2" accent1="accent1" accent2="accent2" accent3="accent3" accent4="accent4" accent5="accent5" accent6="accent6" hlink="hlink" folHlink="folHlink"/>
  <p:sldLayoutIdLst>
    <p:sldLayoutId id="2147484610" r:id="rId1"/>
    <p:sldLayoutId id="2147484850" r:id="rId2"/>
    <p:sldLayoutId id="2147484851" r:id="rId3"/>
  </p:sldLayoutIdLst>
  <p:hf hdr="0" dt="0"/>
  <p:txStyles>
    <p:titleStyle>
      <a:lvl1pPr algn="l" defTabSz="914400" rtl="0" eaLnBrk="1" latinLnBrk="0" hangingPunct="1">
        <a:lnSpc>
          <a:spcPct val="90000"/>
        </a:lnSpc>
        <a:spcBef>
          <a:spcPct val="0"/>
        </a:spcBef>
        <a:buNone/>
        <a:defRPr sz="3600" b="0" kern="1200">
          <a:solidFill>
            <a:srgbClr val="000000"/>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b="0" kern="1200">
          <a:solidFill>
            <a:srgbClr val="000000"/>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b="0" kern="1200" spc="0">
          <a:solidFill>
            <a:srgbClr val="000000"/>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b="0" kern="1200">
          <a:solidFill>
            <a:srgbClr val="000000"/>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b="0" kern="1200">
          <a:solidFill>
            <a:srgbClr val="000000"/>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50" b="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_Placeholder">
            <a:extLst>
              <a:ext uri="{FF2B5EF4-FFF2-40B4-BE49-F238E27FC236}">
                <a16:creationId xmlns:a16="http://schemas.microsoft.com/office/drawing/2014/main" id="{48D17F64-D4C2-AC29-07F2-CE20AE2E0FE8}"/>
              </a:ext>
            </a:extLst>
          </p:cNvPr>
          <p:cNvSpPr>
            <a:spLocks noGrp="1"/>
          </p:cNvSpPr>
          <p:nvPr>
            <p:ph type="body" idx="1"/>
          </p:nvPr>
        </p:nvSpPr>
        <p:spPr>
          <a:xfrm>
            <a:off x="195222" y="850127"/>
            <a:ext cx="11542819" cy="52063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_Placeholder">
            <a:extLst>
              <a:ext uri="{FF2B5EF4-FFF2-40B4-BE49-F238E27FC236}">
                <a16:creationId xmlns:a16="http://schemas.microsoft.com/office/drawing/2014/main" id="{4D01FCB6-7E07-9EC7-7A86-D4F5A2CFCCE9}"/>
              </a:ext>
            </a:extLst>
          </p:cNvPr>
          <p:cNvSpPr>
            <a:spLocks noGrp="1"/>
          </p:cNvSpPr>
          <p:nvPr>
            <p:ph type="title"/>
          </p:nvPr>
        </p:nvSpPr>
        <p:spPr>
          <a:xfrm>
            <a:off x="195223" y="164412"/>
            <a:ext cx="11542820" cy="367367"/>
          </a:xfrm>
          <a:prstGeom prst="rect">
            <a:avLst/>
          </a:prstGeom>
        </p:spPr>
        <p:txBody>
          <a:bodyPr vert="horz" lIns="91440" tIns="45720" rIns="91440" bIns="45720" rtlCol="0" anchor="t">
            <a:normAutofit/>
          </a:bodyPr>
          <a:lstStyle/>
          <a:p>
            <a:r>
              <a:rPr lang="en-US"/>
              <a:t>Click to edit Master title style</a:t>
            </a:r>
          </a:p>
        </p:txBody>
      </p:sp>
      <p:sp>
        <p:nvSpPr>
          <p:cNvPr id="2" name="Slide Number Placeholder 5">
            <a:extLst>
              <a:ext uri="{FF2B5EF4-FFF2-40B4-BE49-F238E27FC236}">
                <a16:creationId xmlns:a16="http://schemas.microsoft.com/office/drawing/2014/main" id="{908CAFBE-37B7-4CA5-64BF-A4C76DABEB34}"/>
              </a:ext>
            </a:extLst>
          </p:cNvPr>
          <p:cNvSpPr>
            <a:spLocks noGrp="1"/>
          </p:cNvSpPr>
          <p:nvPr>
            <p:ph type="sldNum" sz="quarter" idx="4"/>
          </p:nvPr>
        </p:nvSpPr>
        <p:spPr>
          <a:xfrm>
            <a:off x="11636462" y="6403254"/>
            <a:ext cx="405356" cy="365125"/>
          </a:xfrm>
          <a:prstGeom prst="rect">
            <a:avLst/>
          </a:prstGeom>
        </p:spPr>
        <p:txBody>
          <a:bodyPr vert="horz" lIns="91440" tIns="45720" rIns="91440" bIns="45720" rtlCol="0" anchor="ctr"/>
          <a:lstStyle>
            <a:lvl1pPr algn="r">
              <a:defRPr sz="900">
                <a:solidFill>
                  <a:schemeClr val="tx1"/>
                </a:solidFill>
              </a:defRPr>
            </a:lvl1pPr>
          </a:lstStyle>
          <a:p>
            <a:fld id="{C6E10DBF-A5B8-604C-8CA6-B077E5EF61A1}" type="slidenum">
              <a:rPr lang="en-US" smtClean="0"/>
              <a:pPr/>
              <a:t>‹#›</a:t>
            </a:fld>
            <a:endParaRPr lang="en-US"/>
          </a:p>
        </p:txBody>
      </p:sp>
      <p:sp>
        <p:nvSpPr>
          <p:cNvPr id="3" name="Footer Placeholder 11">
            <a:extLst>
              <a:ext uri="{FF2B5EF4-FFF2-40B4-BE49-F238E27FC236}">
                <a16:creationId xmlns:a16="http://schemas.microsoft.com/office/drawing/2014/main" id="{54B19BC9-BA3B-3C68-D433-5AB5D924D059}"/>
              </a:ext>
            </a:extLst>
          </p:cNvPr>
          <p:cNvSpPr>
            <a:spLocks noGrp="1"/>
          </p:cNvSpPr>
          <p:nvPr>
            <p:ph type="ftr" sz="quarter" idx="3"/>
          </p:nvPr>
        </p:nvSpPr>
        <p:spPr>
          <a:xfrm>
            <a:off x="2749119" y="6400740"/>
            <a:ext cx="6693762" cy="365125"/>
          </a:xfrm>
          <a:prstGeom prst="rect">
            <a:avLst/>
          </a:prstGeom>
        </p:spPr>
        <p:txBody>
          <a:bodyPr vert="horz" lIns="91440" tIns="45720" rIns="91440" bIns="45720" rtlCol="0" anchor="ctr"/>
          <a:lstStyle>
            <a:lvl1pPr algn="ctr">
              <a:defRPr sz="900">
                <a:solidFill>
                  <a:schemeClr val="tx1"/>
                </a:solidFill>
              </a:defRPr>
            </a:lvl1pPr>
          </a:lstStyle>
          <a:p>
            <a:r>
              <a:rPr lang="en-US"/>
              <a:t>Webinar | Title | Date</a:t>
            </a:r>
          </a:p>
        </p:txBody>
      </p:sp>
      <p:sp>
        <p:nvSpPr>
          <p:cNvPr id="7" name="Footer Placeholder 11">
            <a:extLst>
              <a:ext uri="{FF2B5EF4-FFF2-40B4-BE49-F238E27FC236}">
                <a16:creationId xmlns:a16="http://schemas.microsoft.com/office/drawing/2014/main" id="{48A49EC1-4512-B74D-1C5C-6E06FFA1B644}"/>
              </a:ext>
            </a:extLst>
          </p:cNvPr>
          <p:cNvSpPr txBox="1">
            <a:spLocks/>
          </p:cNvSpPr>
          <p:nvPr userDrawn="1"/>
        </p:nvSpPr>
        <p:spPr>
          <a:xfrm>
            <a:off x="150182" y="6400740"/>
            <a:ext cx="2033726"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rgbClr val="9E9E9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b="1">
                <a:solidFill>
                  <a:schemeClr val="tx1"/>
                </a:solidFill>
              </a:rPr>
              <a:t>©  PRODUCTSIDE</a:t>
            </a:r>
          </a:p>
        </p:txBody>
      </p:sp>
    </p:spTree>
    <p:extLst>
      <p:ext uri="{BB962C8B-B14F-4D97-AF65-F5344CB8AC3E}">
        <p14:creationId xmlns:p14="http://schemas.microsoft.com/office/powerpoint/2010/main" val="4171577557"/>
      </p:ext>
    </p:extLst>
  </p:cSld>
  <p:clrMap bg1="lt1" tx1="dk1" bg2="lt2" tx2="dk2" accent1="accent1" accent2="accent2" accent3="accent3" accent4="accent4" accent5="accent5" accent6="accent6" hlink="hlink" folHlink="folHlink"/>
  <p:sldLayoutIdLst>
    <p:sldLayoutId id="2147484858" r:id="rId1"/>
    <p:sldLayoutId id="2147484860" r:id="rId2"/>
  </p:sldLayoutIdLst>
  <p:hf hdr="0" dt="0"/>
  <p:txStyles>
    <p:titleStyle>
      <a:lvl1pPr algn="l" defTabSz="914400" rtl="0" eaLnBrk="1" latinLnBrk="0" hangingPunct="1">
        <a:lnSpc>
          <a:spcPct val="90000"/>
        </a:lnSpc>
        <a:spcBef>
          <a:spcPct val="0"/>
        </a:spcBef>
        <a:buNone/>
        <a:defRPr sz="1800" b="0" kern="1200">
          <a:solidFill>
            <a:srgbClr val="000000"/>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b="0" kern="1200">
          <a:solidFill>
            <a:srgbClr val="000000"/>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b="0" kern="1200" spc="0">
          <a:solidFill>
            <a:srgbClr val="000000"/>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b="0" kern="1200">
          <a:solidFill>
            <a:srgbClr val="000000"/>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b="0" kern="1200">
          <a:solidFill>
            <a:srgbClr val="000000"/>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50" b="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1.svg"/><Relationship Id="rId4" Type="http://schemas.openxmlformats.org/officeDocument/2006/relationships/hyperlink" Target="https://www.linkedin.com/groups/2193/" TargetMode="External"/><Relationship Id="rId5" Type="http://schemas.openxmlformats.org/officeDocument/2006/relationships/image" Target="../media/image22.png"/><Relationship Id="rId6"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12.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CB5C2339-5D8F-8BEC-53E9-4A40E8571E17}"/>
              </a:ext>
            </a:extLst>
          </p:cNvPr>
          <p:cNvSpPr>
            <a:spLocks noGrp="1"/>
          </p:cNvSpPr>
          <p:nvPr>
            <p:ph type="body" sz="quarter" idx="15"/>
          </p:nvPr>
        </p:nvSpPr>
        <p:spPr>
          <a:xfrm>
            <a:off x="505999" y="4531974"/>
            <a:ext cx="8537575" cy="367444"/>
          </a:xfrm>
        </p:spPr>
        <p:txBody>
          <a:bodyPr vert="horz" lIns="91440" tIns="45720" rIns="91440" bIns="45720" rtlCol="0" anchor="t">
            <a:noAutofit/>
          </a:bodyPr>
          <a:lstStyle/>
          <a:p>
            <a:r>
              <a:rPr lang="en-US"/>
              <a:t>WEDNESDAY  </a:t>
            </a:r>
            <a:r>
              <a:rPr lang="en-US">
                <a:solidFill>
                  <a:schemeClr val="tx1"/>
                </a:solidFill>
              </a:rPr>
              <a:t>|</a:t>
            </a:r>
            <a:r>
              <a:rPr lang="en-US"/>
              <a:t>  SEPT 02, 2026    </a:t>
            </a:r>
            <a:r>
              <a:rPr lang="en-US">
                <a:solidFill>
                  <a:schemeClr val="tx1"/>
                </a:solidFill>
              </a:rPr>
              <a:t>|</a:t>
            </a:r>
            <a:r>
              <a:rPr lang="en-US"/>
              <a:t>   10AM PT  </a:t>
            </a:r>
            <a:r>
              <a:rPr lang="en-US">
                <a:solidFill>
                  <a:schemeClr val="tx1"/>
                </a:solidFill>
              </a:rPr>
              <a:t>|</a:t>
            </a:r>
            <a:r>
              <a:rPr lang="en-US"/>
              <a:t>  1PM ET</a:t>
            </a:r>
          </a:p>
        </p:txBody>
      </p:sp>
      <p:sp>
        <p:nvSpPr>
          <p:cNvPr id="9" name="Rounded Rectangle 8">
            <a:extLst>
              <a:ext uri="{FF2B5EF4-FFF2-40B4-BE49-F238E27FC236}">
                <a16:creationId xmlns:a16="http://schemas.microsoft.com/office/drawing/2014/main" id="{A6D61981-E195-558C-99A9-D6B0748162CD}"/>
              </a:ext>
            </a:extLst>
          </p:cNvPr>
          <p:cNvSpPr/>
          <p:nvPr/>
        </p:nvSpPr>
        <p:spPr>
          <a:xfrm>
            <a:off x="506413" y="5325034"/>
            <a:ext cx="5162911" cy="554843"/>
          </a:xfrm>
          <a:prstGeom prst="roundRect">
            <a:avLst>
              <a:gd name="adj" fmla="val 2716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solidFill>
                  <a:schemeClr val="bg1"/>
                </a:solidFill>
              </a:rPr>
              <a:t>Thank you for waiting, we will begin shortly.</a:t>
            </a:r>
          </a:p>
        </p:txBody>
      </p:sp>
      <p:sp>
        <p:nvSpPr>
          <p:cNvPr id="6" name="Title 5">
            <a:extLst>
              <a:ext uri="{FF2B5EF4-FFF2-40B4-BE49-F238E27FC236}">
                <a16:creationId xmlns:a16="http://schemas.microsoft.com/office/drawing/2014/main" id="{AFF74EF2-5392-52EF-750D-D91C2428AC5E}"/>
              </a:ext>
            </a:extLst>
          </p:cNvPr>
          <p:cNvSpPr>
            <a:spLocks noGrp="1"/>
          </p:cNvSpPr>
          <p:nvPr>
            <p:ph type="title"/>
          </p:nvPr>
        </p:nvSpPr>
        <p:spPr/>
        <p:txBody>
          <a:bodyPr/>
          <a:lstStyle/>
          <a:p>
            <a:r>
              <a:rPr lang="en-US">
                <a:solidFill>
                  <a:srgbClr val="F5F5F5"/>
                </a:solidFill>
                <a:latin typeface="FR Kraken Slab Medium"/>
              </a:rPr>
              <a:t>Beyond</a:t>
            </a:r>
            <a:r>
              <a:rPr lang="en-US" dirty="0">
                <a:solidFill>
                  <a:srgbClr val="F5F5F5"/>
                </a:solidFill>
                <a:latin typeface="FR Kraken Slab Medium"/>
              </a:rPr>
              <a:t> the Backlog</a:t>
            </a:r>
            <a:endParaRPr lang="en-US" dirty="0">
              <a:solidFill>
                <a:srgbClr val="F5F5F5"/>
              </a:solidFill>
            </a:endParaRPr>
          </a:p>
        </p:txBody>
      </p:sp>
      <p:sp>
        <p:nvSpPr>
          <p:cNvPr id="8" name="Text Placeholder 7">
            <a:extLst>
              <a:ext uri="{FF2B5EF4-FFF2-40B4-BE49-F238E27FC236}">
                <a16:creationId xmlns:a16="http://schemas.microsoft.com/office/drawing/2014/main" id="{680E5D61-F382-0C67-B8E1-EA437E11E495}"/>
              </a:ext>
            </a:extLst>
          </p:cNvPr>
          <p:cNvSpPr>
            <a:spLocks noGrp="1"/>
          </p:cNvSpPr>
          <p:nvPr>
            <p:ph type="body" sz="quarter" idx="11"/>
          </p:nvPr>
        </p:nvSpPr>
        <p:spPr/>
        <p:txBody>
          <a:bodyPr vert="horz" lIns="91440" tIns="45720" rIns="91440" bIns="45720" rtlCol="0" anchor="t">
            <a:noAutofit/>
          </a:bodyPr>
          <a:lstStyle/>
          <a:p>
            <a:r>
              <a:rPr lang="en-US">
                <a:latin typeface="Clash Display Medium"/>
              </a:rPr>
              <a:t>Five GitHub Plays for Product Teams </a:t>
            </a:r>
            <a:endParaRPr lang="en-US"/>
          </a:p>
        </p:txBody>
      </p:sp>
    </p:spTree>
    <p:extLst>
      <p:ext uri="{BB962C8B-B14F-4D97-AF65-F5344CB8AC3E}">
        <p14:creationId xmlns:p14="http://schemas.microsoft.com/office/powerpoint/2010/main" val="198881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876D1-9F77-3E7B-35FF-CFC963EF2219}"/>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D0D77090-0053-CB9E-287B-22D634163AD2}"/>
              </a:ext>
            </a:extLst>
          </p:cNvPr>
          <p:cNvSpPr>
            <a:spLocks noGrp="1"/>
          </p:cNvSpPr>
          <p:nvPr>
            <p:ph type="body" sz="quarter" idx="15"/>
          </p:nvPr>
        </p:nvSpPr>
        <p:spPr>
          <a:xfrm>
            <a:off x="505999" y="4531974"/>
            <a:ext cx="8537575" cy="367444"/>
          </a:xfrm>
        </p:spPr>
        <p:txBody>
          <a:bodyPr vert="horz" lIns="91440" tIns="45720" rIns="91440" bIns="45720" rtlCol="0" anchor="t">
            <a:noAutofit/>
          </a:bodyPr>
          <a:lstStyle/>
          <a:p>
            <a:r>
              <a:rPr lang="en-US"/>
              <a:t>WEDNESDAY  |  SEPT 02, 2026    |   10AM PT  |  1PM ET</a:t>
            </a:r>
            <a:r>
              <a:rPr lang="en-US">
                <a:solidFill>
                  <a:schemeClr val="tx1"/>
                </a:solidFill>
              </a:rPr>
              <a:t/>
            </a:r>
            <a:r>
              <a:rPr lang="en-US"/>
              <a:t/>
            </a:r>
            <a:r>
              <a:rPr lang="en-US">
                <a:solidFill>
                  <a:schemeClr val="tx1"/>
                </a:solidFill>
              </a:rPr>
              <a:t/>
            </a:r>
            <a:r>
              <a:rPr lang="en-US"/>
              <a:t/>
            </a:r>
            <a:r>
              <a:rPr lang="en-US">
                <a:solidFill>
                  <a:schemeClr val="tx1"/>
                </a:solidFill>
              </a:rPr>
              <a:t/>
            </a:r>
            <a:r>
              <a:rPr lang="en-US"/>
              <a:t/>
            </a:r>
          </a:p>
        </p:txBody>
      </p:sp>
      <p:sp>
        <p:nvSpPr>
          <p:cNvPr id="4" name="Title 5">
            <a:extLst>
              <a:ext uri="{FF2B5EF4-FFF2-40B4-BE49-F238E27FC236}">
                <a16:creationId xmlns:a16="http://schemas.microsoft.com/office/drawing/2014/main" id="{DDFD1727-16C4-4C77-0EAF-E82858CD281A}"/>
              </a:ext>
            </a:extLst>
          </p:cNvPr>
          <p:cNvSpPr>
            <a:spLocks noGrp="1"/>
          </p:cNvSpPr>
          <p:nvPr>
            <p:ph type="title"/>
          </p:nvPr>
        </p:nvSpPr>
        <p:spPr>
          <a:xfrm>
            <a:off x="505999" y="1448762"/>
            <a:ext cx="10424598" cy="1916968"/>
          </a:xfrm>
        </p:spPr>
        <p:txBody>
          <a:bodyPr/>
          <a:lstStyle/>
          <a:p>
            <a:r>
              <a:rPr lang="en-US">
                <a:solidFill>
                  <a:srgbClr val="F5F5F5"/>
                </a:solidFill>
                <a:latin typeface="FR Kraken Slab Medium"/>
              </a:rPr>
              <a:t>Beyond</a:t>
            </a:r>
            <a:r>
              <a:rPr lang="en-US" dirty="0">
                <a:solidFill>
                  <a:srgbClr val="F5F5F5"/>
                </a:solidFill>
                <a:latin typeface="FR Kraken Slab Medium"/>
              </a:rPr>
              <a:t> the Backlog</a:t>
            </a:r>
            <a:endParaRPr lang="en-US" dirty="0">
              <a:solidFill>
                <a:srgbClr val="F5F5F5"/>
              </a:solidFill>
            </a:endParaRPr>
          </a:p>
        </p:txBody>
      </p:sp>
      <p:sp>
        <p:nvSpPr>
          <p:cNvPr id="7" name="Text Placeholder 7">
            <a:extLst>
              <a:ext uri="{FF2B5EF4-FFF2-40B4-BE49-F238E27FC236}">
                <a16:creationId xmlns:a16="http://schemas.microsoft.com/office/drawing/2014/main" id="{1904F519-D0D1-DD64-A8D0-5D9A35A60E32}"/>
              </a:ext>
            </a:extLst>
          </p:cNvPr>
          <p:cNvSpPr>
            <a:spLocks noGrp="1"/>
          </p:cNvSpPr>
          <p:nvPr>
            <p:ph type="body" sz="quarter" idx="11"/>
          </p:nvPr>
        </p:nvSpPr>
        <p:spPr>
          <a:xfrm>
            <a:off x="505999" y="3625409"/>
            <a:ext cx="8537575" cy="367444"/>
          </a:xfrm>
        </p:spPr>
        <p:txBody>
          <a:bodyPr vert="horz" lIns="91440" tIns="45720" rIns="91440" bIns="45720" rtlCol="0" anchor="t">
            <a:noAutofit/>
          </a:bodyPr>
          <a:lstStyle/>
          <a:p>
            <a:r>
              <a:rPr lang="en-US">
                <a:latin typeface="Clash Display Medium"/>
              </a:rPr>
              <a:t>Five GitHub Plays for Product Teams </a:t>
            </a:r>
            <a:endParaRPr lang="en-US"/>
          </a:p>
        </p:txBody>
      </p:sp>
    </p:spTree>
    <p:extLst>
      <p:ext uri="{BB962C8B-B14F-4D97-AF65-F5344CB8AC3E}">
        <p14:creationId xmlns:p14="http://schemas.microsoft.com/office/powerpoint/2010/main" val="201556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9A4D856D-633E-5D55-1E88-2380301DB618}"/>
              </a:ext>
            </a:extLst>
          </p:cNvPr>
          <p:cNvSpPr/>
          <p:nvPr/>
        </p:nvSpPr>
        <p:spPr>
          <a:xfrm>
            <a:off x="482751" y="436154"/>
            <a:ext cx="2354049" cy="354259"/>
          </a:xfrm>
          <a:prstGeom prst="roundRect">
            <a:avLst>
              <a:gd name="adj" fmla="val 34240"/>
            </a:avLst>
          </a:pr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tx2"/>
                </a:solidFill>
                <a:latin typeface="Clash Display Semibold" pitchFamily="2" charset="0"/>
              </a:rPr>
              <a:t>YOUR SPEAKERS</a:t>
            </a:r>
          </a:p>
        </p:txBody>
      </p:sp>
      <p:pic>
        <p:nvPicPr>
          <p:cNvPr id="9" name="Graphic 15">
            <a:extLst>
              <a:ext uri="{FF2B5EF4-FFF2-40B4-BE49-F238E27FC236}">
                <a16:creationId xmlns:a16="http://schemas.microsoft.com/office/drawing/2014/main" id="{330D4C4E-D352-ED85-273E-87EF5932EAFF}"/>
              </a:ext>
            </a:extLst>
          </p:cNvPr>
          <p:cNvPicPr>
            <a:picLocks noChangeAspect="1"/>
          </p:cNvPicPr>
          <p:nvPr/>
        </p:nvPicPr>
        <p:blipFill>
          <a:blip r:embed="rId3"/>
          <a:srcRect/>
          <a:stretch/>
        </p:blipFill>
        <p:spPr>
          <a:xfrm>
            <a:off x="2932649" y="4531486"/>
            <a:ext cx="1582182" cy="193828"/>
          </a:xfrm>
          <a:prstGeom prst="rect">
            <a:avLst/>
          </a:prstGeom>
        </p:spPr>
      </p:pic>
      <p:pic>
        <p:nvPicPr>
          <p:cNvPr id="11" name="Graphic 10">
            <a:extLst>
              <a:ext uri="{FF2B5EF4-FFF2-40B4-BE49-F238E27FC236}">
                <a16:creationId xmlns:a16="http://schemas.microsoft.com/office/drawing/2014/main" id="{6F1B8C67-CCD3-C422-5FCA-41C93B34F2C7}"/>
              </a:ext>
            </a:extLst>
          </p:cNvPr>
          <p:cNvPicPr>
            <a:picLocks noChangeAspect="1"/>
          </p:cNvPicPr>
          <p:nvPr/>
        </p:nvPicPr>
        <p:blipFill rotWithShape="1">
          <a:blip>
            <a:extLst>
              <a:ext uri="{96DAC541-7B7A-43D3-8B79-37D633B846F1}">
                <asvg:svgBlip xmlns:asvg="http://schemas.microsoft.com/office/drawing/2016/SVG/main" r:embed="rId4"/>
              </a:ext>
            </a:extLst>
          </a:blip>
          <a:srcRect l="5715" r="5715"/>
          <a:stretch/>
        </p:blipFill>
        <p:spPr>
          <a:xfrm>
            <a:off x="6943133" y="1286754"/>
            <a:ext cx="2131806" cy="2406905"/>
          </a:xfrm>
          <a:prstGeom prst="rect">
            <a:avLst/>
          </a:prstGeom>
        </p:spPr>
      </p:pic>
      <p:pic>
        <p:nvPicPr>
          <p:cNvPr id="18" name="Graphic 15">
            <a:extLst>
              <a:ext uri="{FF2B5EF4-FFF2-40B4-BE49-F238E27FC236}">
                <a16:creationId xmlns:a16="http://schemas.microsoft.com/office/drawing/2014/main" id="{595DF95C-9B58-2BD1-B8FA-8370271188F3}"/>
              </a:ext>
            </a:extLst>
          </p:cNvPr>
          <p:cNvPicPr>
            <a:picLocks noChangeAspect="1"/>
          </p:cNvPicPr>
          <p:nvPr/>
        </p:nvPicPr>
        <p:blipFill>
          <a:blip r:embed="rId3"/>
          <a:srcRect/>
          <a:stretch/>
        </p:blipFill>
        <p:spPr>
          <a:xfrm>
            <a:off x="7038983" y="4531486"/>
            <a:ext cx="1582182" cy="193828"/>
          </a:xfrm>
          <a:prstGeom prst="rect">
            <a:avLst/>
          </a:prstGeom>
        </p:spPr>
      </p:pic>
      <p:sp>
        <p:nvSpPr>
          <p:cNvPr id="19" name="TextBox 18">
            <a:extLst>
              <a:ext uri="{FF2B5EF4-FFF2-40B4-BE49-F238E27FC236}">
                <a16:creationId xmlns:a16="http://schemas.microsoft.com/office/drawing/2014/main" id="{0DA8F057-F324-6D55-F2DE-8AD9E1C9186D}"/>
              </a:ext>
            </a:extLst>
          </p:cNvPr>
          <p:cNvSpPr txBox="1"/>
          <p:nvPr/>
        </p:nvSpPr>
        <p:spPr>
          <a:xfrm>
            <a:off x="6943134" y="3807626"/>
            <a:ext cx="2942045" cy="553998"/>
          </a:xfrm>
          <a:prstGeom prst="rect">
            <a:avLst/>
          </a:prstGeom>
          <a:noFill/>
        </p:spPr>
        <p:txBody>
          <a:bodyPr wrap="square" rtlCol="0">
            <a:spAutoFit/>
          </a:bodyPr>
          <a:lstStyle/>
          <a:p>
            <a:r>
              <a:rPr lang="en-US" b="1">
                <a:solidFill>
                  <a:srgbClr val="000000"/>
                </a:solidFill>
              </a:rPr>
              <a:t>Kenny </a:t>
            </a:r>
            <a:r>
              <a:rPr lang="en-US" b="1" err="1">
                <a:solidFill>
                  <a:srgbClr val="000000"/>
                </a:solidFill>
              </a:rPr>
              <a:t>Kranseler</a:t>
            </a:r>
            <a:endParaRPr lang="en-US" b="1">
              <a:solidFill>
                <a:srgbClr val="000000"/>
              </a:solidFill>
            </a:endParaRPr>
          </a:p>
          <a:p>
            <a:r>
              <a:rPr lang="en-US" sz="1200">
                <a:solidFill>
                  <a:srgbClr val="000000"/>
                </a:solidFill>
                <a:effectLst/>
              </a:rPr>
              <a:t>Principal Consultant </a:t>
            </a:r>
            <a:r>
              <a:rPr lang="en-US" sz="1200">
                <a:solidFill>
                  <a:srgbClr val="000000"/>
                </a:solidFill>
              </a:rPr>
              <a:t>and</a:t>
            </a:r>
            <a:r>
              <a:rPr lang="en-US" sz="1200">
                <a:solidFill>
                  <a:srgbClr val="000000"/>
                </a:solidFill>
                <a:effectLst/>
              </a:rPr>
              <a:t> Trainer</a:t>
            </a:r>
          </a:p>
        </p:txBody>
      </p:sp>
      <p:grpSp>
        <p:nvGrpSpPr>
          <p:cNvPr id="23" name="Group 22">
            <a:extLst>
              <a:ext uri="{FF2B5EF4-FFF2-40B4-BE49-F238E27FC236}">
                <a16:creationId xmlns:a16="http://schemas.microsoft.com/office/drawing/2014/main" id="{51AE43C2-C66F-6591-63CC-1E0FB4C03B95}"/>
              </a:ext>
            </a:extLst>
          </p:cNvPr>
          <p:cNvGrpSpPr/>
          <p:nvPr/>
        </p:nvGrpSpPr>
        <p:grpSpPr>
          <a:xfrm>
            <a:off x="7038983" y="4983986"/>
            <a:ext cx="2262527" cy="307777"/>
            <a:chOff x="3277661" y="5312234"/>
            <a:chExt cx="2262527" cy="307777"/>
          </a:xfrm>
        </p:grpSpPr>
        <p:sp>
          <p:nvSpPr>
            <p:cNvPr id="25" name="TextBox 24">
              <a:extLst>
                <a:ext uri="{FF2B5EF4-FFF2-40B4-BE49-F238E27FC236}">
                  <a16:creationId xmlns:a16="http://schemas.microsoft.com/office/drawing/2014/main" id="{5551EF04-2C3E-5F65-1FD1-43B07FB7F12E}"/>
                </a:ext>
              </a:extLst>
            </p:cNvPr>
            <p:cNvSpPr txBox="1"/>
            <p:nvPr/>
          </p:nvSpPr>
          <p:spPr>
            <a:xfrm>
              <a:off x="3423337" y="5312234"/>
              <a:ext cx="2116851" cy="307777"/>
            </a:xfrm>
            <a:prstGeom prst="rect">
              <a:avLst/>
            </a:prstGeom>
            <a:noFill/>
          </p:spPr>
          <p:txBody>
            <a:bodyPr wrap="square" lIns="91440" tIns="45720" rIns="91440" bIns="45720" rtlCol="0" anchor="t">
              <a:spAutoFit/>
            </a:bodyPr>
            <a:lstStyle/>
            <a:p>
              <a:r>
                <a:rPr lang="en-US" sz="1400">
                  <a:solidFill>
                    <a:srgbClr val="000000"/>
                  </a:solidFill>
                </a:rPr>
                <a:t>Seattle, WA</a:t>
              </a:r>
            </a:p>
          </p:txBody>
        </p:sp>
        <p:sp>
          <p:nvSpPr>
            <p:cNvPr id="26" name="Graphic 8">
              <a:extLst>
                <a:ext uri="{FF2B5EF4-FFF2-40B4-BE49-F238E27FC236}">
                  <a16:creationId xmlns:a16="http://schemas.microsoft.com/office/drawing/2014/main" id="{5D1E1870-AC1B-17AA-4E40-60B65FC5DB10}"/>
                </a:ext>
              </a:extLst>
            </p:cNvPr>
            <p:cNvSpPr/>
            <p:nvPr/>
          </p:nvSpPr>
          <p:spPr>
            <a:xfrm>
              <a:off x="3277661" y="5352953"/>
              <a:ext cx="157792" cy="226319"/>
            </a:xfrm>
            <a:custGeom>
              <a:avLst/>
              <a:gdLst>
                <a:gd name="connsiteX0" fmla="*/ 166688 w 333375"/>
                <a:gd name="connsiteY0" fmla="*/ 0 h 478154"/>
                <a:gd name="connsiteX1" fmla="*/ 0 w 333375"/>
                <a:gd name="connsiteY1" fmla="*/ 166688 h 478154"/>
                <a:gd name="connsiteX2" fmla="*/ 166688 w 333375"/>
                <a:gd name="connsiteY2" fmla="*/ 478155 h 478154"/>
                <a:gd name="connsiteX3" fmla="*/ 333375 w 333375"/>
                <a:gd name="connsiteY3" fmla="*/ 165735 h 478154"/>
                <a:gd name="connsiteX4" fmla="*/ 166688 w 333375"/>
                <a:gd name="connsiteY4" fmla="*/ 0 h 478154"/>
                <a:gd name="connsiteX5" fmla="*/ 166688 w 333375"/>
                <a:gd name="connsiteY5" fmla="*/ 0 h 478154"/>
                <a:gd name="connsiteX6" fmla="*/ 217170 w 333375"/>
                <a:gd name="connsiteY6" fmla="*/ 215265 h 478154"/>
                <a:gd name="connsiteX7" fmla="*/ 166688 w 333375"/>
                <a:gd name="connsiteY7" fmla="*/ 236220 h 478154"/>
                <a:gd name="connsiteX8" fmla="*/ 116205 w 333375"/>
                <a:gd name="connsiteY8" fmla="*/ 215265 h 478154"/>
                <a:gd name="connsiteX9" fmla="*/ 116205 w 333375"/>
                <a:gd name="connsiteY9" fmla="*/ 115253 h 478154"/>
                <a:gd name="connsiteX10" fmla="*/ 166688 w 333375"/>
                <a:gd name="connsiteY10" fmla="*/ 94298 h 478154"/>
                <a:gd name="connsiteX11" fmla="*/ 217170 w 333375"/>
                <a:gd name="connsiteY11" fmla="*/ 115253 h 478154"/>
                <a:gd name="connsiteX12" fmla="*/ 217170 w 333375"/>
                <a:gd name="connsiteY12" fmla="*/ 215265 h 478154"/>
                <a:gd name="connsiteX13" fmla="*/ 217170 w 333375"/>
                <a:gd name="connsiteY13" fmla="*/ 215265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3375" h="478154">
                  <a:moveTo>
                    <a:pt x="166688" y="0"/>
                  </a:moveTo>
                  <a:cubicBezTo>
                    <a:pt x="75248" y="0"/>
                    <a:pt x="0" y="74295"/>
                    <a:pt x="0" y="166688"/>
                  </a:cubicBezTo>
                  <a:cubicBezTo>
                    <a:pt x="0" y="280988"/>
                    <a:pt x="166688" y="478155"/>
                    <a:pt x="166688" y="478155"/>
                  </a:cubicBezTo>
                  <a:cubicBezTo>
                    <a:pt x="166688" y="478155"/>
                    <a:pt x="333375" y="275273"/>
                    <a:pt x="333375" y="165735"/>
                  </a:cubicBezTo>
                  <a:cubicBezTo>
                    <a:pt x="333375" y="74295"/>
                    <a:pt x="258127" y="0"/>
                    <a:pt x="166688" y="0"/>
                  </a:cubicBezTo>
                  <a:lnTo>
                    <a:pt x="166688" y="0"/>
                  </a:lnTo>
                  <a:close/>
                  <a:moveTo>
                    <a:pt x="217170" y="215265"/>
                  </a:moveTo>
                  <a:cubicBezTo>
                    <a:pt x="202883" y="229553"/>
                    <a:pt x="184785" y="236220"/>
                    <a:pt x="166688" y="236220"/>
                  </a:cubicBezTo>
                  <a:cubicBezTo>
                    <a:pt x="148590" y="236220"/>
                    <a:pt x="130493" y="229553"/>
                    <a:pt x="116205" y="215265"/>
                  </a:cubicBezTo>
                  <a:cubicBezTo>
                    <a:pt x="88582" y="187643"/>
                    <a:pt x="88582" y="142875"/>
                    <a:pt x="116205" y="115253"/>
                  </a:cubicBezTo>
                  <a:cubicBezTo>
                    <a:pt x="129540" y="101918"/>
                    <a:pt x="147638" y="94298"/>
                    <a:pt x="166688" y="94298"/>
                  </a:cubicBezTo>
                  <a:cubicBezTo>
                    <a:pt x="185738" y="94298"/>
                    <a:pt x="203835" y="101918"/>
                    <a:pt x="217170" y="115253"/>
                  </a:cubicBezTo>
                  <a:cubicBezTo>
                    <a:pt x="244793" y="141922"/>
                    <a:pt x="244793" y="186690"/>
                    <a:pt x="217170" y="215265"/>
                  </a:cubicBezTo>
                  <a:lnTo>
                    <a:pt x="217170" y="215265"/>
                  </a:lnTo>
                  <a:close/>
                </a:path>
              </a:pathLst>
            </a:custGeom>
            <a:solidFill>
              <a:schemeClr val="accent1"/>
            </a:solidFill>
            <a:ln w="9525" cap="flat">
              <a:noFill/>
              <a:prstDash val="solid"/>
              <a:miter/>
            </a:ln>
          </p:spPr>
          <p:txBody>
            <a:bodyPr rtlCol="0" anchor="ctr"/>
            <a:lstStyle/>
            <a:p>
              <a:endParaRPr lang="en-US"/>
            </a:p>
          </p:txBody>
        </p:sp>
      </p:grpSp>
      <p:sp>
        <p:nvSpPr>
          <p:cNvPr id="3" name="Slide Number Placeholder 2">
            <a:extLst>
              <a:ext uri="{FF2B5EF4-FFF2-40B4-BE49-F238E27FC236}">
                <a16:creationId xmlns:a16="http://schemas.microsoft.com/office/drawing/2014/main" id="{D8E04A5F-43F7-813B-E030-CC98623D9F10}"/>
              </a:ext>
            </a:extLst>
          </p:cNvPr>
          <p:cNvSpPr>
            <a:spLocks noGrp="1"/>
          </p:cNvSpPr>
          <p:nvPr>
            <p:ph type="sldNum" sz="quarter" idx="11"/>
          </p:nvPr>
        </p:nvSpPr>
        <p:spPr/>
        <p:txBody>
          <a:bodyPr/>
          <a:lstStyle/>
          <a:p>
            <a:fld id="{C6E10DBF-A5B8-604C-8CA6-B077E5EF61A1}" type="slidenum">
              <a:rPr lang="en-US" smtClean="0"/>
              <a:pPr/>
              <a:t>3</a:t>
            </a:fld>
            <a:endParaRPr lang="en-US"/>
          </a:p>
        </p:txBody>
      </p:sp>
      <p:sp>
        <p:nvSpPr>
          <p:cNvPr id="2" name="Footer Placeholder 1">
            <a:extLst>
              <a:ext uri="{FF2B5EF4-FFF2-40B4-BE49-F238E27FC236}">
                <a16:creationId xmlns:a16="http://schemas.microsoft.com/office/drawing/2014/main" id="{C29583F8-AE2B-2EFA-04FF-EB860946F6E0}"/>
              </a:ext>
            </a:extLst>
          </p:cNvPr>
          <p:cNvSpPr>
            <a:spLocks noGrp="1"/>
          </p:cNvSpPr>
          <p:nvPr>
            <p:ph type="ftr" sz="quarter" idx="12"/>
          </p:nvPr>
        </p:nvSpPr>
        <p:spPr/>
        <p:txBody>
          <a:bodyPr/>
          <a:lstStyle/>
          <a:p>
            <a:r>
              <a:rPr lang="en-US"/>
              <a:t>Webinar | Title | Date</a:t>
            </a:r>
          </a:p>
        </p:txBody>
      </p:sp>
      <p:pic>
        <p:nvPicPr>
          <p:cNvPr id="4" name="Graphic 3">
            <a:extLst>
              <a:ext uri="{FF2B5EF4-FFF2-40B4-BE49-F238E27FC236}">
                <a16:creationId xmlns:a16="http://schemas.microsoft.com/office/drawing/2014/main" id="{9F89DAAF-AC0D-ACA5-D1F0-A27C7517F6B8}"/>
              </a:ext>
            </a:extLst>
          </p:cNvPr>
          <p:cNvPicPr>
            <a:picLocks noChangeAspect="1"/>
          </p:cNvPicPr>
          <p:nvPr/>
        </p:nvPicPr>
        <p:blipFill>
          <a:blip r:embed="rId5"/>
          <a:srcRect t="1310" b="1310"/>
          <a:stretch/>
        </p:blipFill>
        <p:spPr>
          <a:xfrm>
            <a:off x="2836800" y="1286753"/>
            <a:ext cx="2131806" cy="2406905"/>
          </a:xfrm>
          <a:prstGeom prst="rect">
            <a:avLst/>
          </a:prstGeom>
        </p:spPr>
      </p:pic>
      <p:sp>
        <p:nvSpPr>
          <p:cNvPr id="6" name="TextBox 5">
            <a:extLst>
              <a:ext uri="{FF2B5EF4-FFF2-40B4-BE49-F238E27FC236}">
                <a16:creationId xmlns:a16="http://schemas.microsoft.com/office/drawing/2014/main" id="{73844390-7EFD-EC03-ADF4-C92D71A395AF}"/>
              </a:ext>
            </a:extLst>
          </p:cNvPr>
          <p:cNvSpPr txBox="1"/>
          <p:nvPr/>
        </p:nvSpPr>
        <p:spPr>
          <a:xfrm>
            <a:off x="2836800" y="3807626"/>
            <a:ext cx="2942045" cy="553998"/>
          </a:xfrm>
          <a:prstGeom prst="rect">
            <a:avLst/>
          </a:prstGeom>
          <a:noFill/>
        </p:spPr>
        <p:txBody>
          <a:bodyPr wrap="square" rtlCol="0">
            <a:spAutoFit/>
          </a:bodyPr>
          <a:lstStyle/>
          <a:p>
            <a:r>
              <a:rPr lang="en-US" b="1">
                <a:solidFill>
                  <a:srgbClr val="000000"/>
                </a:solidFill>
              </a:rPr>
              <a:t>Dean Peters</a:t>
            </a:r>
          </a:p>
          <a:p>
            <a:r>
              <a:rPr lang="en-US" sz="1200">
                <a:solidFill>
                  <a:srgbClr val="000000"/>
                </a:solidFill>
                <a:effectLst/>
              </a:rPr>
              <a:t>Principal Consultant </a:t>
            </a:r>
            <a:r>
              <a:rPr lang="en-US" sz="1200">
                <a:solidFill>
                  <a:srgbClr val="000000"/>
                </a:solidFill>
              </a:rPr>
              <a:t>and</a:t>
            </a:r>
            <a:r>
              <a:rPr lang="en-US" sz="1200">
                <a:solidFill>
                  <a:srgbClr val="000000"/>
                </a:solidFill>
                <a:effectLst/>
              </a:rPr>
              <a:t> Trainer</a:t>
            </a:r>
            <a:endParaRPr lang="en-US">
              <a:solidFill>
                <a:srgbClr val="000000"/>
              </a:solidFill>
              <a:effectLst/>
            </a:endParaRPr>
          </a:p>
        </p:txBody>
      </p:sp>
      <p:grpSp>
        <p:nvGrpSpPr>
          <p:cNvPr id="8" name="Group 7">
            <a:extLst>
              <a:ext uri="{FF2B5EF4-FFF2-40B4-BE49-F238E27FC236}">
                <a16:creationId xmlns:a16="http://schemas.microsoft.com/office/drawing/2014/main" id="{52C81CCC-4DCF-2773-B0DB-01DD003F3707}"/>
              </a:ext>
            </a:extLst>
          </p:cNvPr>
          <p:cNvGrpSpPr/>
          <p:nvPr/>
        </p:nvGrpSpPr>
        <p:grpSpPr>
          <a:xfrm>
            <a:off x="2932649" y="4983986"/>
            <a:ext cx="2262527" cy="307777"/>
            <a:chOff x="3277661" y="5312234"/>
            <a:chExt cx="2262527" cy="307777"/>
          </a:xfrm>
        </p:grpSpPr>
        <p:sp>
          <p:nvSpPr>
            <p:cNvPr id="10" name="TextBox 9">
              <a:extLst>
                <a:ext uri="{FF2B5EF4-FFF2-40B4-BE49-F238E27FC236}">
                  <a16:creationId xmlns:a16="http://schemas.microsoft.com/office/drawing/2014/main" id="{357CAF8E-9ED9-A545-F2E4-8E702200465F}"/>
                </a:ext>
              </a:extLst>
            </p:cNvPr>
            <p:cNvSpPr txBox="1"/>
            <p:nvPr/>
          </p:nvSpPr>
          <p:spPr>
            <a:xfrm>
              <a:off x="3423337" y="5312234"/>
              <a:ext cx="2116851" cy="307777"/>
            </a:xfrm>
            <a:prstGeom prst="rect">
              <a:avLst/>
            </a:prstGeom>
            <a:noFill/>
          </p:spPr>
          <p:txBody>
            <a:bodyPr wrap="square" lIns="91440" tIns="45720" rIns="91440" bIns="45720" rtlCol="0" anchor="t">
              <a:spAutoFit/>
            </a:bodyPr>
            <a:lstStyle/>
            <a:p>
              <a:r>
                <a:rPr lang="en-US" sz="1400">
                  <a:solidFill>
                    <a:srgbClr val="000000"/>
                  </a:solidFill>
                </a:rPr>
                <a:t>Raleigh, NC</a:t>
              </a:r>
            </a:p>
          </p:txBody>
        </p:sp>
        <p:sp>
          <p:nvSpPr>
            <p:cNvPr id="16" name="Graphic 8">
              <a:extLst>
                <a:ext uri="{FF2B5EF4-FFF2-40B4-BE49-F238E27FC236}">
                  <a16:creationId xmlns:a16="http://schemas.microsoft.com/office/drawing/2014/main" id="{65536805-6A06-D908-6931-ECBD4818233D}"/>
                </a:ext>
              </a:extLst>
            </p:cNvPr>
            <p:cNvSpPr/>
            <p:nvPr/>
          </p:nvSpPr>
          <p:spPr>
            <a:xfrm>
              <a:off x="3277661" y="5352953"/>
              <a:ext cx="157792" cy="226319"/>
            </a:xfrm>
            <a:custGeom>
              <a:avLst/>
              <a:gdLst>
                <a:gd name="connsiteX0" fmla="*/ 166688 w 333375"/>
                <a:gd name="connsiteY0" fmla="*/ 0 h 478154"/>
                <a:gd name="connsiteX1" fmla="*/ 0 w 333375"/>
                <a:gd name="connsiteY1" fmla="*/ 166688 h 478154"/>
                <a:gd name="connsiteX2" fmla="*/ 166688 w 333375"/>
                <a:gd name="connsiteY2" fmla="*/ 478155 h 478154"/>
                <a:gd name="connsiteX3" fmla="*/ 333375 w 333375"/>
                <a:gd name="connsiteY3" fmla="*/ 165735 h 478154"/>
                <a:gd name="connsiteX4" fmla="*/ 166688 w 333375"/>
                <a:gd name="connsiteY4" fmla="*/ 0 h 478154"/>
                <a:gd name="connsiteX5" fmla="*/ 166688 w 333375"/>
                <a:gd name="connsiteY5" fmla="*/ 0 h 478154"/>
                <a:gd name="connsiteX6" fmla="*/ 217170 w 333375"/>
                <a:gd name="connsiteY6" fmla="*/ 215265 h 478154"/>
                <a:gd name="connsiteX7" fmla="*/ 166688 w 333375"/>
                <a:gd name="connsiteY7" fmla="*/ 236220 h 478154"/>
                <a:gd name="connsiteX8" fmla="*/ 116205 w 333375"/>
                <a:gd name="connsiteY8" fmla="*/ 215265 h 478154"/>
                <a:gd name="connsiteX9" fmla="*/ 116205 w 333375"/>
                <a:gd name="connsiteY9" fmla="*/ 115253 h 478154"/>
                <a:gd name="connsiteX10" fmla="*/ 166688 w 333375"/>
                <a:gd name="connsiteY10" fmla="*/ 94298 h 478154"/>
                <a:gd name="connsiteX11" fmla="*/ 217170 w 333375"/>
                <a:gd name="connsiteY11" fmla="*/ 115253 h 478154"/>
                <a:gd name="connsiteX12" fmla="*/ 217170 w 333375"/>
                <a:gd name="connsiteY12" fmla="*/ 215265 h 478154"/>
                <a:gd name="connsiteX13" fmla="*/ 217170 w 333375"/>
                <a:gd name="connsiteY13" fmla="*/ 215265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3375" h="478154">
                  <a:moveTo>
                    <a:pt x="166688" y="0"/>
                  </a:moveTo>
                  <a:cubicBezTo>
                    <a:pt x="75248" y="0"/>
                    <a:pt x="0" y="74295"/>
                    <a:pt x="0" y="166688"/>
                  </a:cubicBezTo>
                  <a:cubicBezTo>
                    <a:pt x="0" y="280988"/>
                    <a:pt x="166688" y="478155"/>
                    <a:pt x="166688" y="478155"/>
                  </a:cubicBezTo>
                  <a:cubicBezTo>
                    <a:pt x="166688" y="478155"/>
                    <a:pt x="333375" y="275273"/>
                    <a:pt x="333375" y="165735"/>
                  </a:cubicBezTo>
                  <a:cubicBezTo>
                    <a:pt x="333375" y="74295"/>
                    <a:pt x="258127" y="0"/>
                    <a:pt x="166688" y="0"/>
                  </a:cubicBezTo>
                  <a:lnTo>
                    <a:pt x="166688" y="0"/>
                  </a:lnTo>
                  <a:close/>
                  <a:moveTo>
                    <a:pt x="217170" y="215265"/>
                  </a:moveTo>
                  <a:cubicBezTo>
                    <a:pt x="202883" y="229553"/>
                    <a:pt x="184785" y="236220"/>
                    <a:pt x="166688" y="236220"/>
                  </a:cubicBezTo>
                  <a:cubicBezTo>
                    <a:pt x="148590" y="236220"/>
                    <a:pt x="130493" y="229553"/>
                    <a:pt x="116205" y="215265"/>
                  </a:cubicBezTo>
                  <a:cubicBezTo>
                    <a:pt x="88582" y="187643"/>
                    <a:pt x="88582" y="142875"/>
                    <a:pt x="116205" y="115253"/>
                  </a:cubicBezTo>
                  <a:cubicBezTo>
                    <a:pt x="129540" y="101918"/>
                    <a:pt x="147638" y="94298"/>
                    <a:pt x="166688" y="94298"/>
                  </a:cubicBezTo>
                  <a:cubicBezTo>
                    <a:pt x="185738" y="94298"/>
                    <a:pt x="203835" y="101918"/>
                    <a:pt x="217170" y="115253"/>
                  </a:cubicBezTo>
                  <a:cubicBezTo>
                    <a:pt x="244793" y="141922"/>
                    <a:pt x="244793" y="186690"/>
                    <a:pt x="217170" y="215265"/>
                  </a:cubicBezTo>
                  <a:lnTo>
                    <a:pt x="217170" y="215265"/>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8741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5FC09B-65F3-18BF-8CB8-AF139B89A24C}"/>
              </a:ext>
            </a:extLst>
          </p:cNvPr>
          <p:cNvSpPr>
            <a:spLocks noGrp="1"/>
          </p:cNvSpPr>
          <p:nvPr>
            <p:ph type="sldNum" sz="quarter" idx="22"/>
          </p:nvPr>
        </p:nvSpPr>
        <p:spPr>
          <a:xfrm>
            <a:off x="11636462" y="6403254"/>
            <a:ext cx="405356" cy="365125"/>
          </a:xfrm>
        </p:spPr>
        <p:txBody>
          <a:bodyPr/>
          <a:lstStyle/>
          <a:p>
            <a:fld id="{C6E10DBF-A5B8-604C-8CA6-B077E5EF61A1}" type="slidenum">
              <a:rPr lang="en-US" smtClean="0"/>
              <a:pPr/>
              <a:t>4</a:t>
            </a:fld>
            <a:endParaRPr lang="en-US"/>
          </a:p>
        </p:txBody>
      </p:sp>
      <p:sp>
        <p:nvSpPr>
          <p:cNvPr id="2" name="Footer Placeholder 1">
            <a:extLst>
              <a:ext uri="{FF2B5EF4-FFF2-40B4-BE49-F238E27FC236}">
                <a16:creationId xmlns:a16="http://schemas.microsoft.com/office/drawing/2014/main" id="{63A3B092-28A9-329C-692A-337C27E2F35E}"/>
              </a:ext>
            </a:extLst>
          </p:cNvPr>
          <p:cNvSpPr>
            <a:spLocks noGrp="1"/>
          </p:cNvSpPr>
          <p:nvPr>
            <p:ph type="ftr" sz="quarter" idx="23"/>
          </p:nvPr>
        </p:nvSpPr>
        <p:spPr>
          <a:xfrm>
            <a:off x="2749119" y="6400740"/>
            <a:ext cx="6693762" cy="365125"/>
          </a:xfrm>
        </p:spPr>
        <p:txBody>
          <a:bodyPr/>
          <a:lstStyle/>
          <a:p>
            <a:r>
              <a:rPr lang="en-US"/>
              <a:t>Beyond the Backlog | Five GitHub Plays for Product Teams | Sept 2, 2026</a:t>
            </a:r>
          </a:p>
        </p:txBody>
      </p:sp>
      <p:sp>
        <p:nvSpPr>
          <p:cNvPr id="20" name="Text Placeholder 19">
            <a:extLst>
              <a:ext uri="{FF2B5EF4-FFF2-40B4-BE49-F238E27FC236}">
                <a16:creationId xmlns:a16="http://schemas.microsoft.com/office/drawing/2014/main" id="{FEC3B07B-5B45-8DFC-CE9A-6EA4D89F399A}"/>
              </a:ext>
            </a:extLst>
          </p:cNvPr>
          <p:cNvSpPr>
            <a:spLocks noGrp="1"/>
          </p:cNvSpPr>
          <p:nvPr>
            <p:ph type="body" sz="quarter" idx="11"/>
          </p:nvPr>
        </p:nvSpPr>
        <p:spPr>
          <a:xfrm>
            <a:off x="393701" y="2732088"/>
            <a:ext cx="4651266" cy="957262"/>
          </a:xfrm>
        </p:spPr>
        <p:txBody>
          <a:bodyPr vert="horz" lIns="91440" tIns="45720" rIns="91440" bIns="45720" rtlCol="0" anchor="t">
            <a:normAutofit/>
          </a:bodyPr>
          <a:lstStyle/>
          <a:p>
            <a:r>
              <a:rPr lang="en-US"/>
              <a:t>We help product teams build products people want to buy and use.</a:t>
            </a:r>
          </a:p>
        </p:txBody>
      </p:sp>
      <p:sp>
        <p:nvSpPr>
          <p:cNvPr id="10" name="Text Placeholder 9">
            <a:extLst>
              <a:ext uri="{FF2B5EF4-FFF2-40B4-BE49-F238E27FC236}">
                <a16:creationId xmlns:a16="http://schemas.microsoft.com/office/drawing/2014/main" id="{A23F7831-FDA7-B4CD-10CC-1F04968F2DCE}"/>
              </a:ext>
            </a:extLst>
          </p:cNvPr>
          <p:cNvSpPr>
            <a:spLocks noGrp="1"/>
          </p:cNvSpPr>
          <p:nvPr>
            <p:ph type="body" sz="quarter" idx="13"/>
          </p:nvPr>
        </p:nvSpPr>
        <p:spPr>
          <a:xfrm>
            <a:off x="395288" y="4551363"/>
            <a:ext cx="1984375" cy="1041400"/>
          </a:xfrm>
        </p:spPr>
        <p:txBody>
          <a:bodyPr/>
          <a:lstStyle/>
          <a:p>
            <a:r>
              <a:rPr lang="en-US"/>
              <a:t>COMPLETE SOLUTION FOR TRANSFORMATION</a:t>
            </a:r>
          </a:p>
        </p:txBody>
      </p:sp>
      <p:sp>
        <p:nvSpPr>
          <p:cNvPr id="17" name="Text Placeholder 16">
            <a:extLst>
              <a:ext uri="{FF2B5EF4-FFF2-40B4-BE49-F238E27FC236}">
                <a16:creationId xmlns:a16="http://schemas.microsoft.com/office/drawing/2014/main" id="{F34438D5-AF93-A4C4-B18B-A3A27E2A955B}"/>
              </a:ext>
            </a:extLst>
          </p:cNvPr>
          <p:cNvSpPr>
            <a:spLocks noGrp="1"/>
          </p:cNvSpPr>
          <p:nvPr>
            <p:ph type="body" sz="quarter" idx="14"/>
          </p:nvPr>
        </p:nvSpPr>
        <p:spPr>
          <a:xfrm>
            <a:off x="2620963" y="4551363"/>
            <a:ext cx="1984375" cy="1041400"/>
          </a:xfrm>
        </p:spPr>
        <p:txBody>
          <a:bodyPr/>
          <a:lstStyle/>
          <a:p>
            <a:r>
              <a:rPr lang="en-US"/>
              <a:t>TAILORED TO YOUR CONTEXT</a:t>
            </a:r>
          </a:p>
        </p:txBody>
      </p:sp>
      <p:sp>
        <p:nvSpPr>
          <p:cNvPr id="18" name="Text Placeholder 17">
            <a:extLst>
              <a:ext uri="{FF2B5EF4-FFF2-40B4-BE49-F238E27FC236}">
                <a16:creationId xmlns:a16="http://schemas.microsoft.com/office/drawing/2014/main" id="{00DE479A-B638-EFE3-AF9A-B83615FB650C}"/>
              </a:ext>
            </a:extLst>
          </p:cNvPr>
          <p:cNvSpPr>
            <a:spLocks noGrp="1"/>
          </p:cNvSpPr>
          <p:nvPr>
            <p:ph type="body" sz="quarter" idx="15"/>
          </p:nvPr>
        </p:nvSpPr>
        <p:spPr>
          <a:xfrm>
            <a:off x="4846638" y="4551363"/>
            <a:ext cx="1984375" cy="1041400"/>
          </a:xfrm>
        </p:spPr>
        <p:txBody>
          <a:bodyPr/>
          <a:lstStyle/>
          <a:p>
            <a:r>
              <a:rPr lang="en-US"/>
              <a:t>INVESTED EXPERTS</a:t>
            </a:r>
          </a:p>
        </p:txBody>
      </p:sp>
      <p:pic>
        <p:nvPicPr>
          <p:cNvPr id="8" name="Picture Placeholder 7">
            <a:extLst>
              <a:ext uri="{FF2B5EF4-FFF2-40B4-BE49-F238E27FC236}">
                <a16:creationId xmlns:a16="http://schemas.microsoft.com/office/drawing/2014/main" id="{6274A87E-A738-4689-B20D-5E05D0385B17}"/>
              </a:ext>
            </a:extLst>
          </p:cNvPr>
          <p:cNvPicPr>
            <a:picLocks noGrp="1" noChangeAspect="1"/>
          </p:cNvPicPr>
          <p:nvPr>
            <p:ph type="pic" sz="quarter" idx="20"/>
          </p:nvPr>
        </p:nvPicPr>
        <p:blipFill>
          <a:blip r:embed="rId3"/>
          <a:srcRect l="24810" r="24810"/>
          <a:stretch/>
        </p:blipFill>
        <p:spPr>
          <a:xfrm>
            <a:off x="7567613" y="531813"/>
            <a:ext cx="4117975" cy="5457825"/>
          </a:xfrm>
        </p:spPr>
      </p:pic>
      <p:sp>
        <p:nvSpPr>
          <p:cNvPr id="79" name="Title 78">
            <a:extLst>
              <a:ext uri="{FF2B5EF4-FFF2-40B4-BE49-F238E27FC236}">
                <a16:creationId xmlns:a16="http://schemas.microsoft.com/office/drawing/2014/main" id="{5688EB65-FC19-98A0-EE19-09130E9DD619}"/>
              </a:ext>
            </a:extLst>
          </p:cNvPr>
          <p:cNvSpPr>
            <a:spLocks noGrp="1"/>
          </p:cNvSpPr>
          <p:nvPr>
            <p:ph type="title"/>
          </p:nvPr>
        </p:nvSpPr>
        <p:spPr>
          <a:xfrm>
            <a:off x="394488" y="1450716"/>
            <a:ext cx="6436450" cy="1201732"/>
          </a:xfrm>
        </p:spPr>
        <p:txBody>
          <a:bodyPr/>
          <a:lstStyle/>
          <a:p>
            <a:r>
              <a:rPr lang="en-US"/>
              <a:t>An Outcome-driven Product Partner.</a:t>
            </a:r>
          </a:p>
        </p:txBody>
      </p:sp>
      <p:sp>
        <p:nvSpPr>
          <p:cNvPr id="55" name="Rounded Rectangle 54">
            <a:extLst>
              <a:ext uri="{FF2B5EF4-FFF2-40B4-BE49-F238E27FC236}">
                <a16:creationId xmlns:a16="http://schemas.microsoft.com/office/drawing/2014/main" id="{8962B0ED-5D9B-1B32-8F49-C4026C6B51E3}"/>
              </a:ext>
            </a:extLst>
          </p:cNvPr>
          <p:cNvSpPr/>
          <p:nvPr/>
        </p:nvSpPr>
        <p:spPr>
          <a:xfrm>
            <a:off x="482751" y="3916239"/>
            <a:ext cx="3555849" cy="354259"/>
          </a:xfrm>
          <a:prstGeom prst="roundRect">
            <a:avLst>
              <a:gd name="adj" fmla="val 34240"/>
            </a:avLst>
          </a:prstGeom>
          <a:solidFill>
            <a:schemeClr val="accent1"/>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tx2"/>
                </a:solidFill>
                <a:latin typeface="Clash Display Semibold" pitchFamily="2" charset="0"/>
              </a:rPr>
              <a:t>WHY CLIENTS CHOOSE US</a:t>
            </a:r>
          </a:p>
        </p:txBody>
      </p:sp>
    </p:spTree>
    <p:extLst>
      <p:ext uri="{BB962C8B-B14F-4D97-AF65-F5344CB8AC3E}">
        <p14:creationId xmlns:p14="http://schemas.microsoft.com/office/powerpoint/2010/main" val="1360753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ounded Rectangle 26">
            <a:extLst>
              <a:ext uri="{FF2B5EF4-FFF2-40B4-BE49-F238E27FC236}">
                <a16:creationId xmlns:a16="http://schemas.microsoft.com/office/drawing/2014/main" id="{CE5F04AA-C023-0F7B-F2B4-FEE3FEFB7EF4}"/>
              </a:ext>
            </a:extLst>
          </p:cNvPr>
          <p:cNvSpPr/>
          <p:nvPr/>
        </p:nvSpPr>
        <p:spPr>
          <a:xfrm>
            <a:off x="1019391" y="3137599"/>
            <a:ext cx="3935579" cy="1945658"/>
          </a:xfrm>
          <a:prstGeom prst="roundRect">
            <a:avLst>
              <a:gd name="adj" fmla="val 10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182880" rIns="274320" bIns="182880" rtlCol="0" anchor="ctr"/>
          <a:lstStyle/>
          <a:p>
            <a:r>
              <a:rPr lang="en-US" sz="1600" b="1">
                <a:solidFill>
                  <a:schemeClr val="tx1"/>
                </a:solidFill>
              </a:rPr>
              <a:t>How can I watch this later?</a:t>
            </a:r>
          </a:p>
          <a:p>
            <a:endParaRPr lang="en-US" sz="1600">
              <a:solidFill>
                <a:schemeClr val="tx1"/>
              </a:solidFill>
            </a:endParaRPr>
          </a:p>
          <a:p>
            <a:r>
              <a:rPr lang="en-US" sz="1600">
                <a:solidFill>
                  <a:schemeClr val="tx1"/>
                </a:solidFill>
              </a:rPr>
              <a:t>All attendees will receive an email with the link to the recording after the webinar has ended.</a:t>
            </a:r>
          </a:p>
        </p:txBody>
      </p:sp>
      <p:grpSp>
        <p:nvGrpSpPr>
          <p:cNvPr id="3" name="Group 2">
            <a:extLst>
              <a:ext uri="{FF2B5EF4-FFF2-40B4-BE49-F238E27FC236}">
                <a16:creationId xmlns:a16="http://schemas.microsoft.com/office/drawing/2014/main" id="{4315071F-24EC-BEB1-CECD-A6F54F6D2440}"/>
              </a:ext>
            </a:extLst>
          </p:cNvPr>
          <p:cNvGrpSpPr/>
          <p:nvPr/>
        </p:nvGrpSpPr>
        <p:grpSpPr>
          <a:xfrm>
            <a:off x="6378577" y="1163907"/>
            <a:ext cx="5813423" cy="4463811"/>
            <a:chOff x="5633511" y="900632"/>
            <a:chExt cx="6558489" cy="5035907"/>
          </a:xfrm>
        </p:grpSpPr>
        <p:pic>
          <p:nvPicPr>
            <p:cNvPr id="4" name="Picture 3">
              <a:extLst>
                <a:ext uri="{FF2B5EF4-FFF2-40B4-BE49-F238E27FC236}">
                  <a16:creationId xmlns:a16="http://schemas.microsoft.com/office/drawing/2014/main" id="{E46CC40A-E324-B40E-8439-81A8BCFE8C3B}"/>
                </a:ext>
              </a:extLst>
            </p:cNvPr>
            <p:cNvPicPr>
              <a:picLocks noChangeAspect="1"/>
            </p:cNvPicPr>
            <p:nvPr/>
          </p:nvPicPr>
          <p:blipFill rotWithShape="1">
            <a:blip r:embed="rId3"/>
            <a:srcRect r="15618"/>
            <a:stretch/>
          </p:blipFill>
          <p:spPr>
            <a:xfrm>
              <a:off x="5633511" y="900632"/>
              <a:ext cx="6558489" cy="5035907"/>
            </a:xfrm>
            <a:prstGeom prst="rect">
              <a:avLst/>
            </a:prstGeom>
          </p:spPr>
        </p:pic>
        <p:sp>
          <p:nvSpPr>
            <p:cNvPr id="7" name="Rounded Rectangle 6">
              <a:extLst>
                <a:ext uri="{FF2B5EF4-FFF2-40B4-BE49-F238E27FC236}">
                  <a16:creationId xmlns:a16="http://schemas.microsoft.com/office/drawing/2014/main" id="{D4603861-5BEC-FF93-3C04-61B9F8DEFF2A}"/>
                </a:ext>
              </a:extLst>
            </p:cNvPr>
            <p:cNvSpPr/>
            <p:nvPr/>
          </p:nvSpPr>
          <p:spPr>
            <a:xfrm>
              <a:off x="7202735" y="1545007"/>
              <a:ext cx="2083058" cy="3080781"/>
            </a:xfrm>
            <a:prstGeom prst="roundRect">
              <a:avLst>
                <a:gd name="adj" fmla="val 416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p>
          </p:txBody>
        </p:sp>
        <p:cxnSp>
          <p:nvCxnSpPr>
            <p:cNvPr id="8" name="Straight Arrow Connector 7">
              <a:extLst>
                <a:ext uri="{FF2B5EF4-FFF2-40B4-BE49-F238E27FC236}">
                  <a16:creationId xmlns:a16="http://schemas.microsoft.com/office/drawing/2014/main" id="{35B25AF9-9D31-13D8-5B01-D54E0DE06416}"/>
                </a:ext>
              </a:extLst>
            </p:cNvPr>
            <p:cNvCxnSpPr>
              <a:cxnSpLocks/>
            </p:cNvCxnSpPr>
            <p:nvPr/>
          </p:nvCxnSpPr>
          <p:spPr>
            <a:xfrm>
              <a:off x="8221958" y="4625788"/>
              <a:ext cx="0" cy="2787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DD85358E-6AAC-6629-B8B6-A028A170744C}"/>
                </a:ext>
              </a:extLst>
            </p:cNvPr>
            <p:cNvSpPr/>
            <p:nvPr/>
          </p:nvSpPr>
          <p:spPr>
            <a:xfrm>
              <a:off x="8077963" y="4945711"/>
              <a:ext cx="287990" cy="308168"/>
            </a:xfrm>
            <a:prstGeom prst="roundRect">
              <a:avLst>
                <a:gd name="adj" fmla="val 2162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p>
          </p:txBody>
        </p:sp>
      </p:grpSp>
      <p:sp>
        <p:nvSpPr>
          <p:cNvPr id="19" name="Text Placeholder 18">
            <a:extLst>
              <a:ext uri="{FF2B5EF4-FFF2-40B4-BE49-F238E27FC236}">
                <a16:creationId xmlns:a16="http://schemas.microsoft.com/office/drawing/2014/main" id="{F20FFBE4-7C3C-3CAE-0A0B-A401887140EF}"/>
              </a:ext>
            </a:extLst>
          </p:cNvPr>
          <p:cNvSpPr>
            <a:spLocks noGrp="1"/>
          </p:cNvSpPr>
          <p:nvPr>
            <p:ph type="body" sz="quarter" idx="11"/>
          </p:nvPr>
        </p:nvSpPr>
        <p:spPr/>
        <p:txBody>
          <a:bodyPr vert="horz" lIns="91440" tIns="45720" rIns="91440" bIns="45720" rtlCol="0" anchor="t">
            <a:noAutofit/>
          </a:bodyPr>
          <a:lstStyle/>
          <a:p>
            <a:r>
              <a:rPr lang="en-US"/>
              <a:t>Even now, we want to tailor this conversation to YOUR needs.</a:t>
            </a:r>
          </a:p>
        </p:txBody>
      </p:sp>
      <p:sp>
        <p:nvSpPr>
          <p:cNvPr id="6" name="Slide Number Placeholder 5">
            <a:extLst>
              <a:ext uri="{FF2B5EF4-FFF2-40B4-BE49-F238E27FC236}">
                <a16:creationId xmlns:a16="http://schemas.microsoft.com/office/drawing/2014/main" id="{E384B56A-6D2D-DA49-E57F-44CA0CEDDE4A}"/>
              </a:ext>
            </a:extLst>
          </p:cNvPr>
          <p:cNvSpPr>
            <a:spLocks noGrp="1"/>
          </p:cNvSpPr>
          <p:nvPr>
            <p:ph type="sldNum" sz="quarter" idx="21"/>
          </p:nvPr>
        </p:nvSpPr>
        <p:spPr/>
        <p:txBody>
          <a:bodyPr/>
          <a:lstStyle/>
          <a:p>
            <a:fld id="{C6E10DBF-A5B8-604C-8CA6-B077E5EF61A1}" type="slidenum">
              <a:rPr lang="en-US" smtClean="0"/>
              <a:pPr/>
              <a:t>5</a:t>
            </a:fld>
            <a:endParaRPr lang="en-US"/>
          </a:p>
        </p:txBody>
      </p:sp>
      <p:sp>
        <p:nvSpPr>
          <p:cNvPr id="12" name="Title 11">
            <a:extLst>
              <a:ext uri="{FF2B5EF4-FFF2-40B4-BE49-F238E27FC236}">
                <a16:creationId xmlns:a16="http://schemas.microsoft.com/office/drawing/2014/main" id="{9D70A1D6-1285-055B-0B47-A99FB5E7A4B3}"/>
              </a:ext>
            </a:extLst>
          </p:cNvPr>
          <p:cNvSpPr>
            <a:spLocks noGrp="1"/>
          </p:cNvSpPr>
          <p:nvPr>
            <p:ph type="title"/>
          </p:nvPr>
        </p:nvSpPr>
        <p:spPr/>
        <p:txBody>
          <a:bodyPr/>
          <a:lstStyle/>
          <a:p>
            <a:r>
              <a:rPr lang="en-US"/>
              <a:t>Please ask questions!</a:t>
            </a:r>
          </a:p>
        </p:txBody>
      </p:sp>
      <p:sp>
        <p:nvSpPr>
          <p:cNvPr id="5" name="Footer Placeholder 4">
            <a:extLst>
              <a:ext uri="{FF2B5EF4-FFF2-40B4-BE49-F238E27FC236}">
                <a16:creationId xmlns:a16="http://schemas.microsoft.com/office/drawing/2014/main" id="{7E481DD4-360B-5902-F169-BC52E3110944}"/>
              </a:ext>
            </a:extLst>
          </p:cNvPr>
          <p:cNvSpPr>
            <a:spLocks noGrp="1"/>
          </p:cNvSpPr>
          <p:nvPr>
            <p:ph type="ftr" sz="quarter" idx="22"/>
          </p:nvPr>
        </p:nvSpPr>
        <p:spPr/>
        <p:txBody>
          <a:bodyPr/>
          <a:lstStyle/>
          <a:p>
            <a:r>
              <a:rPr lang="en-US"/>
              <a:t>Beyond the Backlog | Five GitHub Plays for Product Teams | Sept 2, 2026</a:t>
            </a:r>
          </a:p>
        </p:txBody>
      </p:sp>
      <p:sp>
        <p:nvSpPr>
          <p:cNvPr id="2" name="Rounded Rectangle 1">
            <a:extLst>
              <a:ext uri="{FF2B5EF4-FFF2-40B4-BE49-F238E27FC236}">
                <a16:creationId xmlns:a16="http://schemas.microsoft.com/office/drawing/2014/main" id="{3BC5D6F6-50BB-3B35-1347-D619E4E92834}"/>
              </a:ext>
            </a:extLst>
          </p:cNvPr>
          <p:cNvSpPr/>
          <p:nvPr/>
        </p:nvSpPr>
        <p:spPr>
          <a:xfrm>
            <a:off x="482751" y="436154"/>
            <a:ext cx="2202849" cy="354259"/>
          </a:xfrm>
          <a:prstGeom prst="roundRect">
            <a:avLst>
              <a:gd name="adj" fmla="val 34240"/>
            </a:avLst>
          </a:prstGeom>
          <a:solidFill>
            <a:schemeClr val="accent1"/>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tx2"/>
                </a:solidFill>
                <a:latin typeface="Clash Display Semibold" pitchFamily="2" charset="0"/>
              </a:rPr>
              <a:t>INTRODUCTION</a:t>
            </a:r>
          </a:p>
        </p:txBody>
      </p:sp>
      <p:pic>
        <p:nvPicPr>
          <p:cNvPr id="11" name="Graphic 10">
            <a:extLst>
              <a:ext uri="{FF2B5EF4-FFF2-40B4-BE49-F238E27FC236}">
                <a16:creationId xmlns:a16="http://schemas.microsoft.com/office/drawing/2014/main" id="{FE9F6670-4D56-DEFD-B044-63640E699D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7087" y="2790163"/>
            <a:ext cx="685689" cy="685689"/>
          </a:xfrm>
          <a:prstGeom prst="rect">
            <a:avLst/>
          </a:prstGeom>
        </p:spPr>
      </p:pic>
    </p:spTree>
    <p:extLst>
      <p:ext uri="{BB962C8B-B14F-4D97-AF65-F5344CB8AC3E}">
        <p14:creationId xmlns:p14="http://schemas.microsoft.com/office/powerpoint/2010/main" val="426994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22B739C0-33AC-A53A-B388-AB535F335F54}"/>
              </a:ext>
            </a:extLst>
          </p:cNvPr>
          <p:cNvSpPr/>
          <p:nvPr/>
        </p:nvSpPr>
        <p:spPr>
          <a:xfrm>
            <a:off x="509082" y="2958029"/>
            <a:ext cx="7631741" cy="2312581"/>
          </a:xfrm>
          <a:prstGeom prst="roundRect">
            <a:avLst>
              <a:gd name="adj" fmla="val 10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7473540-4AA2-F297-740E-646D6B4756F2}"/>
              </a:ext>
            </a:extLst>
          </p:cNvPr>
          <p:cNvSpPr txBox="1"/>
          <p:nvPr/>
        </p:nvSpPr>
        <p:spPr>
          <a:xfrm>
            <a:off x="1142199" y="3292033"/>
            <a:ext cx="5657005" cy="1600438"/>
          </a:xfrm>
          <a:prstGeom prst="rect">
            <a:avLst/>
          </a:prstGeom>
          <a:noFill/>
        </p:spPr>
        <p:txBody>
          <a:bodyPr wrap="square" rtlCol="0">
            <a:spAutoFit/>
          </a:bodyPr>
          <a:lstStyle/>
          <a:p>
            <a:r>
              <a:rPr lang="en-US" sz="1400">
                <a:solidFill>
                  <a:srgbClr val="000000"/>
                </a:solidFill>
              </a:rPr>
              <a:t>Share leadership best practices</a:t>
            </a:r>
          </a:p>
          <a:p>
            <a:endParaRPr lang="en-US" sz="1400">
              <a:solidFill>
                <a:srgbClr val="000000"/>
              </a:solidFill>
            </a:endParaRPr>
          </a:p>
          <a:p>
            <a:endParaRPr lang="en-US" sz="1400">
              <a:solidFill>
                <a:srgbClr val="000000"/>
              </a:solidFill>
            </a:endParaRPr>
          </a:p>
          <a:p>
            <a:r>
              <a:rPr lang="en-US" sz="1400">
                <a:solidFill>
                  <a:srgbClr val="000000"/>
                </a:solidFill>
              </a:rPr>
              <a:t>Discuss importance of PM and how to make it more effective </a:t>
            </a:r>
          </a:p>
          <a:p>
            <a:endParaRPr lang="en-US" sz="1400">
              <a:solidFill>
                <a:srgbClr val="000000"/>
              </a:solidFill>
            </a:endParaRPr>
          </a:p>
          <a:p>
            <a:endParaRPr lang="en-US" sz="1400">
              <a:solidFill>
                <a:srgbClr val="000000"/>
              </a:solidFill>
            </a:endParaRPr>
          </a:p>
          <a:p>
            <a:r>
              <a:rPr lang="en-US" sz="1400">
                <a:solidFill>
                  <a:srgbClr val="000000"/>
                </a:solidFill>
              </a:rPr>
              <a:t>Network with your peers</a:t>
            </a:r>
          </a:p>
        </p:txBody>
      </p:sp>
      <p:pic>
        <p:nvPicPr>
          <p:cNvPr id="14" name="Graphic 13">
            <a:extLst>
              <a:ext uri="{FF2B5EF4-FFF2-40B4-BE49-F238E27FC236}">
                <a16:creationId xmlns:a16="http://schemas.microsoft.com/office/drawing/2014/main" id="{CC33A0DE-3466-8478-B06B-226A5A36D9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9077" y="3215068"/>
            <a:ext cx="443123" cy="443123"/>
          </a:xfrm>
          <a:prstGeom prst="rect">
            <a:avLst/>
          </a:prstGeom>
        </p:spPr>
      </p:pic>
      <p:pic>
        <p:nvPicPr>
          <p:cNvPr id="15" name="Graphic 14">
            <a:extLst>
              <a:ext uri="{FF2B5EF4-FFF2-40B4-BE49-F238E27FC236}">
                <a16:creationId xmlns:a16="http://schemas.microsoft.com/office/drawing/2014/main" id="{F8FA3D21-F212-1060-BD82-D3490B4C01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9077" y="3870690"/>
            <a:ext cx="443123" cy="443123"/>
          </a:xfrm>
          <a:prstGeom prst="rect">
            <a:avLst/>
          </a:prstGeom>
        </p:spPr>
      </p:pic>
      <p:pic>
        <p:nvPicPr>
          <p:cNvPr id="19" name="Graphic 18">
            <a:extLst>
              <a:ext uri="{FF2B5EF4-FFF2-40B4-BE49-F238E27FC236}">
                <a16:creationId xmlns:a16="http://schemas.microsoft.com/office/drawing/2014/main" id="{FAF79D4A-C077-06FC-321F-8E01A5807C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9077" y="4505932"/>
            <a:ext cx="443123" cy="443123"/>
          </a:xfrm>
          <a:prstGeom prst="rect">
            <a:avLst/>
          </a:prstGeom>
        </p:spPr>
      </p:pic>
      <p:sp>
        <p:nvSpPr>
          <p:cNvPr id="16" name="Text Placeholder 15">
            <a:extLst>
              <a:ext uri="{FF2B5EF4-FFF2-40B4-BE49-F238E27FC236}">
                <a16:creationId xmlns:a16="http://schemas.microsoft.com/office/drawing/2014/main" id="{9AE8FD27-EF75-DF29-32DD-D793A389C01F}"/>
              </a:ext>
            </a:extLst>
          </p:cNvPr>
          <p:cNvSpPr>
            <a:spLocks noGrp="1"/>
          </p:cNvSpPr>
          <p:nvPr>
            <p:ph type="body" sz="quarter" idx="11"/>
          </p:nvPr>
        </p:nvSpPr>
        <p:spPr>
          <a:xfrm>
            <a:off x="394488" y="2307047"/>
            <a:ext cx="5600959" cy="458863"/>
          </a:xfrm>
        </p:spPr>
        <p:txBody>
          <a:bodyPr/>
          <a:lstStyle/>
          <a:p>
            <a:r>
              <a:rPr lang="en-US"/>
              <a:t>https://</a:t>
            </a:r>
            <a:r>
              <a:rPr lang="en-US" err="1"/>
              <a:t>www.linkedin.com</a:t>
            </a:r>
            <a:r>
              <a:rPr lang="en-US"/>
              <a:t>/company/</a:t>
            </a:r>
            <a:r>
              <a:rPr lang="en-US" err="1"/>
              <a:t>productside</a:t>
            </a:r>
            <a:endParaRPr lang="en-US"/>
          </a:p>
        </p:txBody>
      </p:sp>
      <p:sp>
        <p:nvSpPr>
          <p:cNvPr id="9" name="Slide Number Placeholder 8">
            <a:extLst>
              <a:ext uri="{FF2B5EF4-FFF2-40B4-BE49-F238E27FC236}">
                <a16:creationId xmlns:a16="http://schemas.microsoft.com/office/drawing/2014/main" id="{D172E6EB-3AE3-6740-0819-A3DC659D6A57}"/>
              </a:ext>
            </a:extLst>
          </p:cNvPr>
          <p:cNvSpPr>
            <a:spLocks noGrp="1"/>
          </p:cNvSpPr>
          <p:nvPr>
            <p:ph type="sldNum" sz="quarter" idx="21"/>
          </p:nvPr>
        </p:nvSpPr>
        <p:spPr/>
        <p:txBody>
          <a:bodyPr/>
          <a:lstStyle/>
          <a:p>
            <a:fld id="{C6E10DBF-A5B8-604C-8CA6-B077E5EF61A1}" type="slidenum">
              <a:rPr lang="en-US" smtClean="0"/>
              <a:pPr/>
              <a:t>6</a:t>
            </a:fld>
            <a:endParaRPr lang="en-US"/>
          </a:p>
        </p:txBody>
      </p:sp>
      <p:sp>
        <p:nvSpPr>
          <p:cNvPr id="6" name="Title 5">
            <a:extLst>
              <a:ext uri="{FF2B5EF4-FFF2-40B4-BE49-F238E27FC236}">
                <a16:creationId xmlns:a16="http://schemas.microsoft.com/office/drawing/2014/main" id="{EBA15709-EA8B-0290-5F29-70DF7DB68434}"/>
              </a:ext>
            </a:extLst>
          </p:cNvPr>
          <p:cNvSpPr>
            <a:spLocks noGrp="1"/>
          </p:cNvSpPr>
          <p:nvPr>
            <p:ph type="title"/>
          </p:nvPr>
        </p:nvSpPr>
        <p:spPr>
          <a:xfrm>
            <a:off x="394488" y="1071564"/>
            <a:ext cx="4261279" cy="1040040"/>
          </a:xfrm>
        </p:spPr>
        <p:txBody>
          <a:bodyPr/>
          <a:lstStyle/>
          <a:p>
            <a:r>
              <a:rPr lang="en-US"/>
              <a:t>Connect with us on LinkedIn</a:t>
            </a:r>
          </a:p>
        </p:txBody>
      </p:sp>
      <p:sp>
        <p:nvSpPr>
          <p:cNvPr id="2" name="Footer Placeholder 1">
            <a:extLst>
              <a:ext uri="{FF2B5EF4-FFF2-40B4-BE49-F238E27FC236}">
                <a16:creationId xmlns:a16="http://schemas.microsoft.com/office/drawing/2014/main" id="{BF94B492-E601-A0BB-50BF-E9E27A3A0C7B}"/>
              </a:ext>
            </a:extLst>
          </p:cNvPr>
          <p:cNvSpPr>
            <a:spLocks noGrp="1"/>
          </p:cNvSpPr>
          <p:nvPr>
            <p:ph type="ftr" sz="quarter" idx="22"/>
          </p:nvPr>
        </p:nvSpPr>
        <p:spPr/>
        <p:txBody>
          <a:bodyPr/>
          <a:lstStyle/>
          <a:p>
            <a:r>
              <a:rPr lang="en-US"/>
              <a:t>Beyond the Backlog | Five GitHub Plays for Product Teams | Sept 2, 2026</a:t>
            </a:r>
          </a:p>
        </p:txBody>
      </p:sp>
      <p:sp>
        <p:nvSpPr>
          <p:cNvPr id="17" name="Rounded Rectangle 16">
            <a:extLst>
              <a:ext uri="{FF2B5EF4-FFF2-40B4-BE49-F238E27FC236}">
                <a16:creationId xmlns:a16="http://schemas.microsoft.com/office/drawing/2014/main" id="{323431B6-BCB5-5D9F-9311-DF2A2BE61D14}"/>
              </a:ext>
            </a:extLst>
          </p:cNvPr>
          <p:cNvSpPr/>
          <p:nvPr/>
        </p:nvSpPr>
        <p:spPr>
          <a:xfrm>
            <a:off x="482751" y="436154"/>
            <a:ext cx="2202849" cy="354259"/>
          </a:xfrm>
          <a:prstGeom prst="roundRect">
            <a:avLst>
              <a:gd name="adj" fmla="val 34240"/>
            </a:avLst>
          </a:prstGeom>
          <a:solidFill>
            <a:schemeClr val="accent1"/>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tx2"/>
                </a:solidFill>
                <a:latin typeface="Clash Display Semibold" pitchFamily="2" charset="0"/>
              </a:rPr>
              <a:t>INTRODUCTION</a:t>
            </a:r>
          </a:p>
        </p:txBody>
      </p:sp>
      <p:grpSp>
        <p:nvGrpSpPr>
          <p:cNvPr id="3" name="Group 2">
            <a:extLst>
              <a:ext uri="{FF2B5EF4-FFF2-40B4-BE49-F238E27FC236}">
                <a16:creationId xmlns:a16="http://schemas.microsoft.com/office/drawing/2014/main" id="{97FFB979-7C80-34F6-C125-FAA80261EE47}"/>
              </a:ext>
            </a:extLst>
          </p:cNvPr>
          <p:cNvGrpSpPr/>
          <p:nvPr/>
        </p:nvGrpSpPr>
        <p:grpSpPr>
          <a:xfrm>
            <a:off x="6946585" y="1828800"/>
            <a:ext cx="2399059" cy="4537018"/>
            <a:chOff x="6706923" y="1375560"/>
            <a:chExt cx="2638721" cy="4990258"/>
          </a:xfrm>
        </p:grpSpPr>
        <p:pic>
          <p:nvPicPr>
            <p:cNvPr id="5" name="Picture 4">
              <a:hlinkClick r:id="rId4"/>
              <a:extLst>
                <a:ext uri="{FF2B5EF4-FFF2-40B4-BE49-F238E27FC236}">
                  <a16:creationId xmlns:a16="http://schemas.microsoft.com/office/drawing/2014/main" id="{485E256A-B0FC-A1BE-5691-ABCE587B6151}"/>
                </a:ext>
              </a:extLst>
            </p:cNvPr>
            <p:cNvPicPr>
              <a:picLocks noChangeAspect="1"/>
            </p:cNvPicPr>
            <p:nvPr/>
          </p:nvPicPr>
          <p:blipFill>
            <a:blip r:embed="rId5"/>
            <a:srcRect/>
            <a:stretch/>
          </p:blipFill>
          <p:spPr>
            <a:xfrm rot="213278">
              <a:off x="6706923" y="1375560"/>
              <a:ext cx="2638721" cy="4990258"/>
            </a:xfrm>
            <a:prstGeom prst="rect">
              <a:avLst/>
            </a:prstGeom>
          </p:spPr>
        </p:pic>
        <p:sp>
          <p:nvSpPr>
            <p:cNvPr id="10" name="Rectangle 9">
              <a:extLst>
                <a:ext uri="{FF2B5EF4-FFF2-40B4-BE49-F238E27FC236}">
                  <a16:creationId xmlns:a16="http://schemas.microsoft.com/office/drawing/2014/main" id="{903AACF1-B615-0785-B3E7-0AFEBD42E47E}"/>
                </a:ext>
              </a:extLst>
            </p:cNvPr>
            <p:cNvSpPr/>
            <p:nvPr/>
          </p:nvSpPr>
          <p:spPr>
            <a:xfrm rot="237558">
              <a:off x="7236583" y="3114151"/>
              <a:ext cx="1808480" cy="355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Productside</a:t>
              </a:r>
            </a:p>
          </p:txBody>
        </p:sp>
      </p:grpSp>
      <p:pic>
        <p:nvPicPr>
          <p:cNvPr id="4" name="Picture 3">
            <a:extLst>
              <a:ext uri="{FF2B5EF4-FFF2-40B4-BE49-F238E27FC236}">
                <a16:creationId xmlns:a16="http://schemas.microsoft.com/office/drawing/2014/main" id="{D4374D43-DF62-42A1-DADB-645EB8554DE8}"/>
              </a:ext>
            </a:extLst>
          </p:cNvPr>
          <p:cNvPicPr>
            <a:picLocks noChangeAspect="1"/>
          </p:cNvPicPr>
          <p:nvPr/>
        </p:nvPicPr>
        <p:blipFill>
          <a:blip r:embed="rId6"/>
          <a:srcRect l="336" r="336"/>
          <a:stretch/>
        </p:blipFill>
        <p:spPr>
          <a:xfrm>
            <a:off x="9608718" y="3572671"/>
            <a:ext cx="1884205" cy="1884205"/>
          </a:xfrm>
          <a:prstGeom prst="roundRect">
            <a:avLst>
              <a:gd name="adj" fmla="val 7503"/>
            </a:avLst>
          </a:prstGeom>
        </p:spPr>
      </p:pic>
    </p:spTree>
    <p:extLst>
      <p:ext uri="{BB962C8B-B14F-4D97-AF65-F5344CB8AC3E}">
        <p14:creationId xmlns:p14="http://schemas.microsoft.com/office/powerpoint/2010/main" val="3599031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C2FC-1B91-492B-D888-82E0F517388D}"/>
            </a:ext>
          </a:extLst>
        </p:cNvPr>
        <p:cNvGrpSpPr/>
        <p:nvPr/>
      </p:nvGrpSpPr>
      <p:grpSpPr>
        <a:xfrm>
          <a:off x="0" y="0"/>
          <a:ext cx="0" cy="0"/>
          <a:chOff x="0" y="0"/>
          <a:chExt cx="0" cy="0"/>
        </a:xfrm>
      </p:grpSpPr>
      <p:sp>
        <p:nvSpPr>
          <p:cNvPr id="26" name="Text Placeholder 25">
            <a:extLst>
              <a:ext uri="{FF2B5EF4-FFF2-40B4-BE49-F238E27FC236}">
                <a16:creationId xmlns:a16="http://schemas.microsoft.com/office/drawing/2014/main" id="{48D6B396-527F-5C26-DCE9-F22831D7C5DF}"/>
              </a:ext>
            </a:extLst>
          </p:cNvPr>
          <p:cNvSpPr>
            <a:spLocks noGrp="1"/>
          </p:cNvSpPr>
          <p:nvPr>
            <p:ph type="body" sz="quarter" idx="12"/>
          </p:nvPr>
        </p:nvSpPr>
        <p:spPr>
          <a:xfrm>
            <a:off x="394489" y="1363132"/>
            <a:ext cx="6978534" cy="4461405"/>
          </a:xfrm>
        </p:spPr>
        <p:txBody>
          <a:bodyPr vert="horz" lIns="91440" tIns="45720" rIns="91440" bIns="45720" rtlCol="0" anchor="t">
            <a:normAutofit/>
          </a:bodyPr>
          <a:lstStyle/>
          <a:p>
            <a:r>
              <a:rPr lang="en-US"/>
              <a:t>Play 1 — Context: durable memory for your product</a:t>
            </a:r>
          </a:p>
          <a:p>
            <a:r>
              <a:rPr lang="en-US"/>
              <a:t>Play 2 — Communications: discussions, issues, decisions</a:t>
            </a:r>
          </a:p>
          <a:p>
            <a:r>
              <a:rPr lang="en-US"/>
              <a:t>Play 3 — Confidence: evidence chains that compound</a:t>
            </a:r>
          </a:p>
          <a:p>
            <a:r>
              <a:t>Play 4 — Constitution: guardrails that enforce themselves</a:t>
            </a:r>
            <a:endParaRPr lang="en-US"/>
          </a:p>
          <a:p>
            <a:r>
              <a:rPr lang="en-US"/>
              <a:t>Play 5 — Community: designing a participation system</a:t>
            </a:r>
          </a:p>
        </p:txBody>
      </p:sp>
      <p:sp>
        <p:nvSpPr>
          <p:cNvPr id="3" name="Slide Number Placeholder 2">
            <a:extLst>
              <a:ext uri="{FF2B5EF4-FFF2-40B4-BE49-F238E27FC236}">
                <a16:creationId xmlns:a16="http://schemas.microsoft.com/office/drawing/2014/main" id="{E2BC4F92-B3CF-8854-D022-D43E5794A53E}"/>
              </a:ext>
            </a:extLst>
          </p:cNvPr>
          <p:cNvSpPr>
            <a:spLocks noGrp="1"/>
          </p:cNvSpPr>
          <p:nvPr>
            <p:ph type="sldNum" sz="quarter" idx="14"/>
          </p:nvPr>
        </p:nvSpPr>
        <p:spPr>
          <a:xfrm>
            <a:off x="11636462" y="6403254"/>
            <a:ext cx="405356" cy="365125"/>
          </a:xfrm>
        </p:spPr>
        <p:txBody>
          <a:bodyPr/>
          <a:lstStyle/>
          <a:p>
            <a:fld id="{C6E10DBF-A5B8-604C-8CA6-B077E5EF61A1}" type="slidenum">
              <a:rPr lang="en-US" smtClean="0"/>
              <a:pPr/>
              <a:t>7</a:t>
            </a:fld>
            <a:endParaRPr lang="en-US"/>
          </a:p>
        </p:txBody>
      </p:sp>
      <p:sp>
        <p:nvSpPr>
          <p:cNvPr id="2" name="Footer Placeholder 1">
            <a:extLst>
              <a:ext uri="{FF2B5EF4-FFF2-40B4-BE49-F238E27FC236}">
                <a16:creationId xmlns:a16="http://schemas.microsoft.com/office/drawing/2014/main" id="{7177C031-7A9C-D468-BB34-A2272860ADB5}"/>
              </a:ext>
            </a:extLst>
          </p:cNvPr>
          <p:cNvSpPr>
            <a:spLocks noGrp="1"/>
          </p:cNvSpPr>
          <p:nvPr>
            <p:ph type="ftr" sz="quarter" idx="15"/>
          </p:nvPr>
        </p:nvSpPr>
        <p:spPr>
          <a:xfrm>
            <a:off x="2749119" y="6400740"/>
            <a:ext cx="6693762" cy="365125"/>
          </a:xfrm>
        </p:spPr>
        <p:txBody>
          <a:bodyPr/>
          <a:lstStyle/>
          <a:p>
            <a:r>
              <a:rPr lang="en-US"/>
              <a:t>Beyond the Backlog | Five GitHub Plays for Product Teams | Sept 2, 2026</a:t>
            </a:r>
          </a:p>
        </p:txBody>
      </p:sp>
      <p:sp>
        <p:nvSpPr>
          <p:cNvPr id="5" name="Rounded Rectangle 4">
            <a:extLst>
              <a:ext uri="{FF2B5EF4-FFF2-40B4-BE49-F238E27FC236}">
                <a16:creationId xmlns:a16="http://schemas.microsoft.com/office/drawing/2014/main" id="{1FDD0F6E-8952-806A-0D4F-F605E72765DA}"/>
              </a:ext>
            </a:extLst>
          </p:cNvPr>
          <p:cNvSpPr/>
          <p:nvPr/>
        </p:nvSpPr>
        <p:spPr>
          <a:xfrm>
            <a:off x="482752" y="436154"/>
            <a:ext cx="1425948" cy="354259"/>
          </a:xfrm>
          <a:prstGeom prst="roundRect">
            <a:avLst>
              <a:gd name="adj" fmla="val 34240"/>
            </a:avLst>
          </a:prstGeom>
          <a:solidFill>
            <a:schemeClr val="accent1"/>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300">
                <a:solidFill>
                  <a:schemeClr val="tx2"/>
                </a:solidFill>
                <a:latin typeface="Clash Display Semibold" pitchFamily="2" charset="0"/>
              </a:rPr>
              <a:t>AGENDA</a:t>
            </a:r>
          </a:p>
        </p:txBody>
      </p:sp>
    </p:spTree>
    <p:extLst>
      <p:ext uri="{BB962C8B-B14F-4D97-AF65-F5344CB8AC3E}">
        <p14:creationId xmlns:p14="http://schemas.microsoft.com/office/powerpoint/2010/main" val="859091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9790CCB2-C6A5-497C-5677-D40F782708F2}"/>
              </a:ext>
            </a:extLst>
          </p:cNvPr>
          <p:cNvPicPr>
            <a:picLocks noGrp="1" noChangeAspect="1"/>
          </p:cNvPicPr>
          <p:nvPr>
            <p:ph type="pic" sz="quarter" idx="15"/>
          </p:nvPr>
        </p:nvPicPr>
        <p:blipFill>
          <a:blip r:embed="rId3"/>
          <a:srcRect t="620" b="620"/>
          <a:stretch/>
        </p:blipFill>
        <p:spPr/>
      </p:pic>
      <p:sp>
        <p:nvSpPr>
          <p:cNvPr id="3" name="Text Placeholder 2">
            <a:extLst>
              <a:ext uri="{FF2B5EF4-FFF2-40B4-BE49-F238E27FC236}">
                <a16:creationId xmlns:a16="http://schemas.microsoft.com/office/drawing/2014/main" id="{B766A366-4FF4-01D5-9F93-B3D626BABEDB}"/>
              </a:ext>
            </a:extLst>
          </p:cNvPr>
          <p:cNvSpPr>
            <a:spLocks noGrp="1"/>
          </p:cNvSpPr>
          <p:nvPr>
            <p:ph type="body" sz="quarter" idx="11"/>
          </p:nvPr>
        </p:nvSpPr>
        <p:spPr/>
        <p:txBody>
          <a:bodyPr vert="horz" lIns="91440" tIns="45720" rIns="91440" bIns="45720" rtlCol="0" anchor="t">
            <a:normAutofit/>
          </a:bodyPr>
          <a:lstStyle/>
          <a:p>
            <a:r>
              <a:rPr lang="en-US"/>
              <a:t>Take the Survey</a:t>
            </a:r>
          </a:p>
        </p:txBody>
      </p:sp>
      <p:sp>
        <p:nvSpPr>
          <p:cNvPr id="2" name="Title 1">
            <a:extLst>
              <a:ext uri="{FF2B5EF4-FFF2-40B4-BE49-F238E27FC236}">
                <a16:creationId xmlns:a16="http://schemas.microsoft.com/office/drawing/2014/main" id="{FDA3E6A3-E658-A97C-3063-4C839C6FA894}"/>
              </a:ext>
            </a:extLst>
          </p:cNvPr>
          <p:cNvSpPr>
            <a:spLocks noGrp="1"/>
          </p:cNvSpPr>
          <p:nvPr>
            <p:ph type="title"/>
          </p:nvPr>
        </p:nvSpPr>
        <p:spPr/>
        <p:txBody>
          <a:bodyPr/>
          <a:lstStyle/>
          <a:p>
            <a:r>
              <a:rPr lang="en-US">
                <a:ea typeface="+mj-lt"/>
                <a:cs typeface="+mj-lt"/>
              </a:rPr>
              <a:t>State of AI Maturity</a:t>
            </a:r>
            <a:endParaRPr lang="en-US"/>
          </a:p>
        </p:txBody>
      </p:sp>
      <p:sp>
        <p:nvSpPr>
          <p:cNvPr id="6" name="Slide Number Placeholder 5">
            <a:extLst>
              <a:ext uri="{FF2B5EF4-FFF2-40B4-BE49-F238E27FC236}">
                <a16:creationId xmlns:a16="http://schemas.microsoft.com/office/drawing/2014/main" id="{0D72FC4A-9DDA-7828-780E-B4FFF76C1031}"/>
              </a:ext>
            </a:extLst>
          </p:cNvPr>
          <p:cNvSpPr>
            <a:spLocks noGrp="1"/>
          </p:cNvSpPr>
          <p:nvPr>
            <p:ph type="sldNum" sz="quarter" idx="17"/>
          </p:nvPr>
        </p:nvSpPr>
        <p:spPr/>
        <p:txBody>
          <a:bodyPr/>
          <a:lstStyle/>
          <a:p>
            <a:fld id="{C6E10DBF-A5B8-604C-8CA6-B077E5EF61A1}" type="slidenum">
              <a:rPr lang="en-US" smtClean="0"/>
              <a:pPr/>
              <a:t>20</a:t>
            </a:fld>
            <a:endParaRPr lang="en-US"/>
          </a:p>
        </p:txBody>
      </p:sp>
      <p:sp>
        <p:nvSpPr>
          <p:cNvPr id="4" name="Footer Placeholder 3">
            <a:extLst>
              <a:ext uri="{FF2B5EF4-FFF2-40B4-BE49-F238E27FC236}">
                <a16:creationId xmlns:a16="http://schemas.microsoft.com/office/drawing/2014/main" id="{743FDF2C-8EAB-111F-3E10-5E727F6F88AA}"/>
              </a:ext>
            </a:extLst>
          </p:cNvPr>
          <p:cNvSpPr>
            <a:spLocks noGrp="1"/>
          </p:cNvSpPr>
          <p:nvPr>
            <p:ph type="ftr" sz="quarter" idx="18"/>
          </p:nvPr>
        </p:nvSpPr>
        <p:spPr/>
        <p:txBody>
          <a:bodyPr/>
          <a:lstStyle/>
          <a:p>
            <a:r>
              <a:rPr lang="en-US"/>
              <a:t>Beyond the Backlog | Five GitHub Plays for Product Teams | Sept 2, 2026</a:t>
            </a:r>
          </a:p>
        </p:txBody>
      </p:sp>
      <p:pic>
        <p:nvPicPr>
          <p:cNvPr id="7" name="Picture Placeholder 6">
            <a:extLst>
              <a:ext uri="{FF2B5EF4-FFF2-40B4-BE49-F238E27FC236}">
                <a16:creationId xmlns:a16="http://schemas.microsoft.com/office/drawing/2014/main" id="{56D945BF-0150-48BB-3A67-F84DA7536A88}"/>
              </a:ext>
            </a:extLst>
          </p:cNvPr>
          <p:cNvPicPr>
            <a:picLocks noGrp="1" noChangeAspect="1"/>
          </p:cNvPicPr>
          <p:nvPr>
            <p:ph type="pic" sz="quarter" idx="19"/>
          </p:nvPr>
        </p:nvPicPr>
        <p:blipFill>
          <a:blip r:embed="rId4"/>
          <a:srcRect/>
          <a:stretch/>
        </p:blipFill>
        <p:spPr/>
      </p:pic>
    </p:spTree>
    <p:extLst>
      <p:ext uri="{BB962C8B-B14F-4D97-AF65-F5344CB8AC3E}">
        <p14:creationId xmlns:p14="http://schemas.microsoft.com/office/powerpoint/2010/main" val="508088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3D129-D2D7-6FEA-7352-A1AA1CAD00B5}"/>
            </a:ext>
          </a:extLst>
        </p:cNvPr>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7C594B89-FE22-5C13-E5E7-1EB1621F5ABB}"/>
              </a:ext>
            </a:extLst>
          </p:cNvPr>
          <p:cNvPicPr>
            <a:picLocks noGrp="1" noChangeAspect="1"/>
          </p:cNvPicPr>
          <p:nvPr>
            <p:ph type="pic" sz="quarter" idx="15"/>
          </p:nvPr>
        </p:nvPicPr>
        <p:blipFill>
          <a:blip r:embed="rId3"/>
          <a:srcRect t="496" b="496"/>
          <a:stretch/>
        </p:blipFill>
        <p:spPr/>
      </p:pic>
      <p:sp>
        <p:nvSpPr>
          <p:cNvPr id="3" name="Text Placeholder 2">
            <a:extLst>
              <a:ext uri="{FF2B5EF4-FFF2-40B4-BE49-F238E27FC236}">
                <a16:creationId xmlns:a16="http://schemas.microsoft.com/office/drawing/2014/main" id="{C0977046-5FA0-6128-7FA5-A76BF0A01245}"/>
              </a:ext>
            </a:extLst>
          </p:cNvPr>
          <p:cNvSpPr>
            <a:spLocks noGrp="1"/>
          </p:cNvSpPr>
          <p:nvPr>
            <p:ph type="body" sz="quarter" idx="11"/>
          </p:nvPr>
        </p:nvSpPr>
        <p:spPr/>
        <p:txBody>
          <a:bodyPr/>
          <a:lstStyle/>
          <a:p>
            <a:r>
              <a:rPr lang="en-US"/>
              <a:t>Enroll Now!</a:t>
            </a:r>
          </a:p>
        </p:txBody>
      </p:sp>
      <p:sp>
        <p:nvSpPr>
          <p:cNvPr id="2" name="Title 1">
            <a:extLst>
              <a:ext uri="{FF2B5EF4-FFF2-40B4-BE49-F238E27FC236}">
                <a16:creationId xmlns:a16="http://schemas.microsoft.com/office/drawing/2014/main" id="{9D6ABC99-EEF7-E122-783C-0A0B5BA1CC12}"/>
              </a:ext>
            </a:extLst>
          </p:cNvPr>
          <p:cNvSpPr>
            <a:spLocks noGrp="1"/>
          </p:cNvSpPr>
          <p:nvPr>
            <p:ph type="title"/>
          </p:nvPr>
        </p:nvSpPr>
        <p:spPr/>
        <p:txBody>
          <a:bodyPr/>
          <a:lstStyle/>
          <a:p>
            <a:r>
              <a:rPr lang="en-US"/>
              <a:t>Join us in person!</a:t>
            </a:r>
          </a:p>
        </p:txBody>
      </p:sp>
      <p:sp>
        <p:nvSpPr>
          <p:cNvPr id="6" name="Slide Number Placeholder 5">
            <a:extLst>
              <a:ext uri="{FF2B5EF4-FFF2-40B4-BE49-F238E27FC236}">
                <a16:creationId xmlns:a16="http://schemas.microsoft.com/office/drawing/2014/main" id="{9AB84500-81E2-DC46-890E-5ED1717A1B02}"/>
              </a:ext>
            </a:extLst>
          </p:cNvPr>
          <p:cNvSpPr>
            <a:spLocks noGrp="1"/>
          </p:cNvSpPr>
          <p:nvPr>
            <p:ph type="sldNum" sz="quarter" idx="17"/>
          </p:nvPr>
        </p:nvSpPr>
        <p:spPr/>
        <p:txBody>
          <a:bodyPr/>
          <a:lstStyle/>
          <a:p>
            <a:fld id="{C6E10DBF-A5B8-604C-8CA6-B077E5EF61A1}" type="slidenum">
              <a:rPr lang="en-US" smtClean="0"/>
              <a:pPr/>
              <a:t>21</a:t>
            </a:fld>
            <a:endParaRPr lang="en-US"/>
          </a:p>
        </p:txBody>
      </p:sp>
      <p:sp>
        <p:nvSpPr>
          <p:cNvPr id="4" name="Footer Placeholder 3">
            <a:extLst>
              <a:ext uri="{FF2B5EF4-FFF2-40B4-BE49-F238E27FC236}">
                <a16:creationId xmlns:a16="http://schemas.microsoft.com/office/drawing/2014/main" id="{E08CD36F-7F3F-7CC6-C4D9-3291A4087531}"/>
              </a:ext>
            </a:extLst>
          </p:cNvPr>
          <p:cNvSpPr>
            <a:spLocks noGrp="1"/>
          </p:cNvSpPr>
          <p:nvPr>
            <p:ph type="ftr" sz="quarter" idx="18"/>
          </p:nvPr>
        </p:nvSpPr>
        <p:spPr/>
        <p:txBody>
          <a:bodyPr/>
          <a:lstStyle/>
          <a:p>
            <a:r>
              <a:rPr lang="en-US"/>
              <a:t>Beyond the Backlog | Five GitHub Plays for Product Teams | Sept 2, 2026</a:t>
            </a:r>
          </a:p>
        </p:txBody>
      </p:sp>
      <p:pic>
        <p:nvPicPr>
          <p:cNvPr id="7" name="Picture Placeholder 6">
            <a:extLst>
              <a:ext uri="{FF2B5EF4-FFF2-40B4-BE49-F238E27FC236}">
                <a16:creationId xmlns:a16="http://schemas.microsoft.com/office/drawing/2014/main" id="{36E57119-C8C4-6490-C627-2016ACFC4623}"/>
              </a:ext>
            </a:extLst>
          </p:cNvPr>
          <p:cNvPicPr>
            <a:picLocks noGrp="1" noChangeAspect="1"/>
          </p:cNvPicPr>
          <p:nvPr>
            <p:ph type="pic" sz="quarter" idx="19"/>
          </p:nvPr>
        </p:nvPicPr>
        <p:blipFill>
          <a:blip r:embed="rId4"/>
          <a:srcRect/>
          <a:stretch/>
        </p:blipFill>
        <p:spPr/>
      </p:pic>
    </p:spTree>
    <p:extLst>
      <p:ext uri="{BB962C8B-B14F-4D97-AF65-F5344CB8AC3E}">
        <p14:creationId xmlns:p14="http://schemas.microsoft.com/office/powerpoint/2010/main" val="2546185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9790CCB2-C6A5-497C-5677-D40F782708F2}"/>
              </a:ext>
            </a:extLst>
          </p:cNvPr>
          <p:cNvPicPr>
            <a:picLocks noGrp="1" noChangeAspect="1"/>
          </p:cNvPicPr>
          <p:nvPr>
            <p:ph type="pic" sz="quarter" idx="15"/>
          </p:nvPr>
        </p:nvPicPr>
        <p:blipFill>
          <a:blip r:embed="rId3"/>
          <a:srcRect t="620" b="620"/>
          <a:stretch/>
        </p:blipFill>
        <p:spPr/>
      </p:pic>
      <p:sp>
        <p:nvSpPr>
          <p:cNvPr id="14" name="Text Placeholder 13">
            <a:extLst>
              <a:ext uri="{FF2B5EF4-FFF2-40B4-BE49-F238E27FC236}">
                <a16:creationId xmlns:a16="http://schemas.microsoft.com/office/drawing/2014/main" id="{95B56128-6161-1B56-189D-D044C26D6E4A}"/>
              </a:ext>
            </a:extLst>
          </p:cNvPr>
          <p:cNvSpPr>
            <a:spLocks noGrp="1"/>
          </p:cNvSpPr>
          <p:nvPr>
            <p:ph type="body" sz="quarter" idx="11"/>
          </p:nvPr>
        </p:nvSpPr>
        <p:spPr/>
        <p:txBody>
          <a:bodyPr/>
          <a:lstStyle/>
          <a:p>
            <a:r>
              <a:rPr lang="en-US"/>
              <a:t>Register Now</a:t>
            </a:r>
          </a:p>
        </p:txBody>
      </p:sp>
      <p:sp>
        <p:nvSpPr>
          <p:cNvPr id="2" name="Title 1">
            <a:extLst>
              <a:ext uri="{FF2B5EF4-FFF2-40B4-BE49-F238E27FC236}">
                <a16:creationId xmlns:a16="http://schemas.microsoft.com/office/drawing/2014/main" id="{FDA3E6A3-E658-A97C-3063-4C839C6FA894}"/>
              </a:ext>
            </a:extLst>
          </p:cNvPr>
          <p:cNvSpPr>
            <a:spLocks noGrp="1"/>
          </p:cNvSpPr>
          <p:nvPr>
            <p:ph type="title"/>
          </p:nvPr>
        </p:nvSpPr>
        <p:spPr/>
        <p:txBody>
          <a:bodyPr/>
          <a:lstStyle/>
          <a:p>
            <a:r>
              <a:rPr lang="en-US"/>
              <a:t>Upcoming Webinar</a:t>
            </a:r>
          </a:p>
        </p:txBody>
      </p:sp>
      <p:sp>
        <p:nvSpPr>
          <p:cNvPr id="4" name="Slide Number Placeholder 3">
            <a:extLst>
              <a:ext uri="{FF2B5EF4-FFF2-40B4-BE49-F238E27FC236}">
                <a16:creationId xmlns:a16="http://schemas.microsoft.com/office/drawing/2014/main" id="{B284DB67-EADF-43A5-49D2-BEEC10EE66C9}"/>
              </a:ext>
            </a:extLst>
          </p:cNvPr>
          <p:cNvSpPr>
            <a:spLocks noGrp="1"/>
          </p:cNvSpPr>
          <p:nvPr>
            <p:ph type="sldNum" sz="quarter" idx="17"/>
          </p:nvPr>
        </p:nvSpPr>
        <p:spPr/>
        <p:txBody>
          <a:bodyPr/>
          <a:lstStyle/>
          <a:p>
            <a:fld id="{C6E10DBF-A5B8-604C-8CA6-B077E5EF61A1}" type="slidenum">
              <a:rPr lang="en-US" smtClean="0"/>
              <a:pPr/>
              <a:t>22</a:t>
            </a:fld>
            <a:endParaRPr lang="en-US"/>
          </a:p>
        </p:txBody>
      </p:sp>
      <p:sp>
        <p:nvSpPr>
          <p:cNvPr id="3" name="Footer Placeholder 2">
            <a:extLst>
              <a:ext uri="{FF2B5EF4-FFF2-40B4-BE49-F238E27FC236}">
                <a16:creationId xmlns:a16="http://schemas.microsoft.com/office/drawing/2014/main" id="{68CC6768-FA2C-9763-E568-C6F295D9A2CA}"/>
              </a:ext>
            </a:extLst>
          </p:cNvPr>
          <p:cNvSpPr>
            <a:spLocks noGrp="1"/>
          </p:cNvSpPr>
          <p:nvPr>
            <p:ph type="ftr" sz="quarter" idx="18"/>
          </p:nvPr>
        </p:nvSpPr>
        <p:spPr/>
        <p:txBody>
          <a:bodyPr/>
          <a:lstStyle/>
          <a:p>
            <a:r>
              <a:rPr lang="en-US"/>
              <a:t>Beyond the Backlog | Five GitHub Plays for Product Teams | Sept 2, 2026</a:t>
            </a:r>
          </a:p>
        </p:txBody>
      </p:sp>
      <p:pic>
        <p:nvPicPr>
          <p:cNvPr id="10" name="Picture 16">
            <a:extLst>
              <a:ext uri="{FF2B5EF4-FFF2-40B4-BE49-F238E27FC236}">
                <a16:creationId xmlns:a16="http://schemas.microsoft.com/office/drawing/2014/main" id="{0E77ECF7-7358-162E-9341-EAC4298790ED}"/>
              </a:ext>
            </a:extLst>
          </p:cNvPr>
          <p:cNvPicPr>
            <a:picLocks noGrp="1" noChangeAspect="1"/>
          </p:cNvPicPr>
          <p:nvPr>
            <p:ph type="pic" sz="quarter" idx="19"/>
          </p:nvPr>
        </p:nvPicPr>
        <p:blipFill>
          <a:blip r:embed="rId4"/>
          <a:srcRect/>
          <a:stretch/>
        </p:blipFill>
        <p:spPr/>
      </p:pic>
      <p:sp>
        <p:nvSpPr>
          <p:cNvPr id="6" name="Rectangle 5">
            <a:extLst>
              <a:ext uri="{FF2B5EF4-FFF2-40B4-BE49-F238E27FC236}">
                <a16:creationId xmlns:a16="http://schemas.microsoft.com/office/drawing/2014/main" id="{D9A4B90A-7893-5686-1B87-332A3C2E3C7B}"/>
              </a:ext>
            </a:extLst>
          </p:cNvPr>
          <p:cNvSpPr/>
          <p:nvPr/>
        </p:nvSpPr>
        <p:spPr>
          <a:xfrm>
            <a:off x="7219334" y="1792880"/>
            <a:ext cx="4675239" cy="14750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(DELETE THIS ORANGE BOX)</a:t>
            </a:r>
          </a:p>
          <a:p>
            <a:pPr algn="ctr"/>
            <a:r>
              <a:rPr lang="en-US"/>
              <a:t>Put the graphic for the next webinar here with updated QR code linked to the registration page</a:t>
            </a:r>
          </a:p>
        </p:txBody>
      </p:sp>
    </p:spTree>
    <p:extLst>
      <p:ext uri="{BB962C8B-B14F-4D97-AF65-F5344CB8AC3E}">
        <p14:creationId xmlns:p14="http://schemas.microsoft.com/office/powerpoint/2010/main" val="3240454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29AD0-761F-DE89-945C-E34CE7E9365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7A6BC09-2BB5-7D2B-838A-0B1E10731942}"/>
              </a:ext>
            </a:extLst>
          </p:cNvPr>
          <p:cNvSpPr>
            <a:spLocks noGrp="1"/>
          </p:cNvSpPr>
          <p:nvPr>
            <p:ph type="sldNum" sz="quarter" idx="11"/>
          </p:nvPr>
        </p:nvSpPr>
        <p:spPr>
          <a:xfrm>
            <a:off x="11636462" y="6403254"/>
            <a:ext cx="405356" cy="365125"/>
          </a:xfrm>
        </p:spPr>
        <p:txBody>
          <a:bodyPr/>
          <a:lstStyle/>
          <a:p>
            <a:fld id="{C6E10DBF-A5B8-604C-8CA6-B077E5EF61A1}" type="slidenum">
              <a:rPr lang="en-US" smtClean="0"/>
              <a:pPr/>
              <a:t>23</a:t>
            </a:fld>
            <a:endParaRPr lang="en-US"/>
          </a:p>
        </p:txBody>
      </p:sp>
      <p:sp>
        <p:nvSpPr>
          <p:cNvPr id="4" name="Footer Placeholder 3">
            <a:extLst>
              <a:ext uri="{FF2B5EF4-FFF2-40B4-BE49-F238E27FC236}">
                <a16:creationId xmlns:a16="http://schemas.microsoft.com/office/drawing/2014/main" id="{A8F02764-8DF7-313F-D08F-9CF2FF2ED458}"/>
              </a:ext>
            </a:extLst>
          </p:cNvPr>
          <p:cNvSpPr>
            <a:spLocks noGrp="1"/>
          </p:cNvSpPr>
          <p:nvPr>
            <p:ph type="ftr" sz="quarter" idx="12"/>
          </p:nvPr>
        </p:nvSpPr>
        <p:spPr>
          <a:xfrm>
            <a:off x="2749119" y="6400740"/>
            <a:ext cx="6693762" cy="365125"/>
          </a:xfrm>
        </p:spPr>
        <p:txBody>
          <a:bodyPr/>
          <a:lstStyle/>
          <a:p>
            <a:r>
              <a:rPr lang="en-US"/>
              <a:t>Beyond the Backlog | Five GitHub Plays for Product Teams | Sept 2, 2026</a:t>
            </a:r>
          </a:p>
        </p:txBody>
      </p:sp>
      <p:graphicFrame>
        <p:nvGraphicFramePr>
          <p:cNvPr id="5" name="Table 4">
            <a:extLst>
              <a:ext uri="{FF2B5EF4-FFF2-40B4-BE49-F238E27FC236}">
                <a16:creationId xmlns:a16="http://schemas.microsoft.com/office/drawing/2014/main" id="{68E94BC0-9F0B-8331-C3B1-3A99A2C7B6C8}"/>
              </a:ext>
            </a:extLst>
          </p:cNvPr>
          <p:cNvGraphicFramePr>
            <a:graphicFrameLocks noGrp="1"/>
          </p:cNvGraphicFramePr>
          <p:nvPr>
            <p:extLst>
              <p:ext uri="{D42A27DB-BD31-4B8C-83A1-F6EECF244321}">
                <p14:modId xmlns:p14="http://schemas.microsoft.com/office/powerpoint/2010/main" val="3737756641"/>
              </p:ext>
            </p:extLst>
          </p:nvPr>
        </p:nvGraphicFramePr>
        <p:xfrm>
          <a:off x="6463861" y="868681"/>
          <a:ext cx="5312982" cy="4916102"/>
        </p:xfrm>
        <a:graphic>
          <a:graphicData uri="http://schemas.openxmlformats.org/drawingml/2006/table">
            <a:tbl>
              <a:tblPr/>
              <a:tblGrid>
                <a:gridCol w="341200">
                  <a:extLst>
                    <a:ext uri="{9D8B030D-6E8A-4147-A177-3AD203B41FA5}">
                      <a16:colId xmlns:a16="http://schemas.microsoft.com/office/drawing/2014/main" val="3969235758"/>
                    </a:ext>
                  </a:extLst>
                </a:gridCol>
                <a:gridCol w="2007862">
                  <a:extLst>
                    <a:ext uri="{9D8B030D-6E8A-4147-A177-3AD203B41FA5}">
                      <a16:colId xmlns:a16="http://schemas.microsoft.com/office/drawing/2014/main" val="3865191019"/>
                    </a:ext>
                  </a:extLst>
                </a:gridCol>
                <a:gridCol w="1635673">
                  <a:extLst>
                    <a:ext uri="{9D8B030D-6E8A-4147-A177-3AD203B41FA5}">
                      <a16:colId xmlns:a16="http://schemas.microsoft.com/office/drawing/2014/main" val="3038886003"/>
                    </a:ext>
                  </a:extLst>
                </a:gridCol>
                <a:gridCol w="1328247">
                  <a:extLst>
                    <a:ext uri="{9D8B030D-6E8A-4147-A177-3AD203B41FA5}">
                      <a16:colId xmlns:a16="http://schemas.microsoft.com/office/drawing/2014/main" val="229617783"/>
                    </a:ext>
                  </a:extLst>
                </a:gridCol>
              </a:tblGrid>
              <a:tr h="390447">
                <a:tc gridSpan="4">
                  <a:txBody>
                    <a:bodyPr/>
                    <a:lstStyle/>
                    <a:p>
                      <a:pPr lvl="0" algn="l">
                        <a:lnSpc>
                          <a:spcPts val="1650"/>
                        </a:lnSpc>
                        <a:buNone/>
                      </a:pPr>
                      <a:r>
                        <a:rPr lang="en-US" sz="1800" b="1" i="0" u="none" strike="noStrike" noProof="0">
                          <a:solidFill>
                            <a:srgbClr val="000000"/>
                          </a:solidFill>
                          <a:effectLst/>
                          <a:latin typeface="+mn-lt"/>
                        </a:rPr>
                        <a:t>Optimal Product Management</a:t>
                      </a:r>
                      <a:r>
                        <a:rPr lang="en-US" sz="1800" b="0" i="0" u="none" strike="noStrike" noProof="0">
                          <a:solidFill>
                            <a:srgbClr val="000000"/>
                          </a:solidFill>
                          <a:effectLst/>
                          <a:latin typeface="+mn-lt"/>
                        </a:rPr>
                        <a:t> </a:t>
                      </a: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668" cap="flat" cmpd="sng" algn="ctr">
                      <a:solidFill>
                        <a:srgbClr val="A6A6A6"/>
                      </a:solidFill>
                      <a:prstDash val="dot"/>
                      <a:round/>
                      <a:headEnd type="none" w="med" len="med"/>
                      <a:tailEnd type="none" w="med" len="med"/>
                    </a:lnB>
                    <a:noFill/>
                  </a:tcPr>
                </a:tc>
                <a:tc hMerge="1">
                  <a:txBody>
                    <a:bodyPr/>
                    <a:lstStyle/>
                    <a:p>
                      <a:pPr lvl="0" algn="l">
                        <a:lnSpc>
                          <a:spcPts val="1425"/>
                        </a:lnSpc>
                        <a:buNone/>
                      </a:pPr>
                      <a:endParaRPr lang="en-US" sz="1200"/>
                    </a:p>
                  </a:txBody>
                  <a:tcPr marL="90417" marR="90417" marT="45209" marB="4520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668"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4079372439"/>
                  </a:ext>
                </a:extLst>
              </a:tr>
              <a:tr h="532430">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kumimoji="0" lang="en-US" sz="1400" b="0" i="0" u="none" strike="noStrike" kern="1200" cap="none" spc="0" normalizeH="0" baseline="0" noProof="0">
                          <a:ln>
                            <a:noFill/>
                          </a:ln>
                          <a:solidFill>
                            <a:srgbClr val="000000"/>
                          </a:solidFill>
                          <a:effectLst/>
                          <a:uLnTx/>
                          <a:uFillTx/>
                          <a:latin typeface="+mn-lt"/>
                          <a:ea typeface="+mn-ea"/>
                          <a:cs typeface="+mn-cs"/>
                        </a:rPr>
                        <a:t>Live-Online</a:t>
                      </a: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lang="en-US" sz="1400" b="0" i="0" u="none" strike="noStrike" noProof="0">
                          <a:solidFill>
                            <a:srgbClr val="000000"/>
                          </a:solidFill>
                          <a:effectLst/>
                          <a:latin typeface="+mn-lt"/>
                        </a:rPr>
                        <a:t>Dean Peters</a:t>
                      </a:r>
                      <a:r>
                        <a:rPr lang="en-US" sz="1400" b="0" i="0">
                          <a:solidFill>
                            <a:srgbClr val="000000"/>
                          </a:solidFill>
                          <a:effectLst/>
                          <a:latin typeface="+mn-lt"/>
                        </a:rPr>
                        <a:t>​​​</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400" b="0" i="0" u="none" strike="noStrike" noProof="0">
                          <a:solidFill>
                            <a:srgbClr val="000000"/>
                          </a:solidFill>
                          <a:effectLst/>
                          <a:latin typeface="+mn-lt"/>
                        </a:rPr>
                        <a:t>Apr 14 - 23</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0671205"/>
                  </a:ext>
                </a:extLst>
              </a:tr>
              <a:tr h="532430">
                <a:tc>
                  <a:txBody>
                    <a:bodyPr/>
                    <a:lstStyle/>
                    <a:p>
                      <a:pPr lvl="0" algn="l">
                        <a:lnSpc>
                          <a:spcPts val="1425"/>
                        </a:lnSpc>
                        <a:buNone/>
                      </a:pPr>
                      <a:endParaRPr lang="en-US" sz="1200"/>
                    </a:p>
                  </a:txBody>
                  <a:tcPr marL="90417" marR="90417" marT="45209" marB="45209" anchor="ctr">
                    <a:lnL w="19050" cap="flat" cmpd="sng" algn="ctr">
                      <a:solidFill>
                        <a:schemeClr val="accent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lnSpc>
                          <a:spcPts val="1425"/>
                        </a:lnSpc>
                        <a:buNone/>
                      </a:pPr>
                      <a:r>
                        <a:rPr kumimoji="0" lang="en-US" sz="1400" b="0" i="0" u="none" strike="noStrike" kern="1200" cap="none" spc="0" normalizeH="0" baseline="0" noProof="0">
                          <a:ln>
                            <a:noFill/>
                          </a:ln>
                          <a:solidFill>
                            <a:srgbClr val="000000"/>
                          </a:solidFill>
                          <a:effectLst/>
                          <a:uLnTx/>
                          <a:uFillTx/>
                          <a:latin typeface="+mn-lt"/>
                          <a:ea typeface="+mn-ea"/>
                          <a:cs typeface="+mn-cs"/>
                        </a:rPr>
                        <a:t>In-Person - </a:t>
                      </a:r>
                      <a:r>
                        <a:rPr kumimoji="0" lang="en-US" sz="1400" b="1" i="0" u="none" strike="noStrike" kern="1200" cap="none" spc="0" normalizeH="0" baseline="0" noProof="0">
                          <a:ln>
                            <a:noFill/>
                          </a:ln>
                          <a:solidFill>
                            <a:srgbClr val="000000"/>
                          </a:solidFill>
                          <a:effectLst/>
                          <a:uLnTx/>
                          <a:uFillTx/>
                          <a:latin typeface="+mn-lt"/>
                          <a:ea typeface="+mn-ea"/>
                          <a:cs typeface="+mn-cs"/>
                        </a:rPr>
                        <a:t>London</a:t>
                      </a: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lnSpc>
                          <a:spcPts val="1425"/>
                        </a:lnSpc>
                        <a:buNone/>
                      </a:pPr>
                      <a:r>
                        <a:rPr lang="en-US" sz="1400" b="0" i="0" u="none" strike="noStrike" noProof="0">
                          <a:solidFill>
                            <a:srgbClr val="000000"/>
                          </a:solidFill>
                          <a:effectLst/>
                          <a:latin typeface="+mn-lt"/>
                        </a:rPr>
                        <a:t>Tom Evans</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400" b="0" i="0" u="none" strike="noStrike" noProof="0">
                          <a:solidFill>
                            <a:srgbClr val="000000"/>
                          </a:solidFill>
                          <a:effectLst/>
                          <a:latin typeface="+mn-lt"/>
                        </a:rPr>
                        <a:t>Apr 14 - 16</a:t>
                      </a:r>
                      <a:endParaRPr lang="en-US" sz="1400"/>
                    </a:p>
                  </a:txBody>
                  <a:tcPr marL="90417" marR="90417" marT="45209" marB="45209" anchor="ctr">
                    <a:lnL w="1905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0293198"/>
                  </a:ext>
                </a:extLst>
              </a:tr>
              <a:tr h="532430">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kumimoji="0" lang="en-US" sz="1400" b="0" i="0" u="none" strike="noStrike" kern="1200" cap="none" spc="0" normalizeH="0" baseline="0" noProof="0">
                          <a:ln>
                            <a:noFill/>
                          </a:ln>
                          <a:solidFill>
                            <a:srgbClr val="000000"/>
                          </a:solidFill>
                          <a:effectLst/>
                          <a:uLnTx/>
                          <a:uFillTx/>
                          <a:latin typeface="+mn-lt"/>
                          <a:ea typeface="+mn-ea"/>
                          <a:cs typeface="+mn-cs"/>
                        </a:rPr>
                        <a:t>Live-Online</a:t>
                      </a: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Kenny </a:t>
                      </a:r>
                      <a:r>
                        <a:rPr kumimoji="0" lang="en-US" sz="1400" b="0" i="0" u="none" strike="noStrike" kern="1200" cap="none" spc="0" normalizeH="0" baseline="0" noProof="0" err="1">
                          <a:ln>
                            <a:noFill/>
                          </a:ln>
                          <a:solidFill>
                            <a:srgbClr val="000000"/>
                          </a:solidFill>
                          <a:effectLst/>
                          <a:uLnTx/>
                          <a:uFillTx/>
                          <a:latin typeface="+mn-lt"/>
                          <a:ea typeface="+mn-ea"/>
                          <a:cs typeface="+mn-cs"/>
                        </a:rPr>
                        <a:t>Kranseler</a:t>
                      </a:r>
                      <a:endParaRPr kumimoji="0" lang="en-US" sz="1400" b="0" i="0" u="none" strike="noStrike" kern="1200" cap="none" spc="0" normalizeH="0" baseline="0" noProof="0">
                        <a:ln>
                          <a:noFill/>
                        </a:ln>
                        <a:solidFill>
                          <a:srgbClr val="000000"/>
                        </a:solidFill>
                        <a:effectLst/>
                        <a:uLnTx/>
                        <a:uFillTx/>
                        <a:latin typeface="+mn-lt"/>
                        <a:ea typeface="+mn-ea"/>
                        <a:cs typeface="+mn-cs"/>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May 5 – 14 </a:t>
                      </a: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108036"/>
                  </a:ext>
                </a:extLst>
              </a:tr>
              <a:tr h="532430">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L="90417" marR="90417" marT="45209" marB="45209" anchor="ctr">
                    <a:lnL w="19050" cap="flat" cmpd="sng" algn="ctr">
                      <a:solidFill>
                        <a:schemeClr val="accent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In-Person - </a:t>
                      </a:r>
                      <a:r>
                        <a:rPr kumimoji="0" lang="en-US" sz="1400" b="1" i="0" u="none" strike="noStrike" kern="1200" cap="none" spc="0" normalizeH="0" baseline="0" noProof="0">
                          <a:ln>
                            <a:noFill/>
                          </a:ln>
                          <a:solidFill>
                            <a:srgbClr val="000000"/>
                          </a:solidFill>
                          <a:effectLst/>
                          <a:uLnTx/>
                          <a:uFillTx/>
                          <a:latin typeface="+mn-lt"/>
                          <a:ea typeface="+mn-ea"/>
                          <a:cs typeface="+mn-cs"/>
                        </a:rPr>
                        <a:t>Austin</a:t>
                      </a: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lnSpc>
                          <a:spcPts val="1425"/>
                        </a:lnSpc>
                        <a:buNone/>
                      </a:pPr>
                      <a:r>
                        <a:rPr lang="en-US" sz="1400" b="0" i="0" u="none" strike="noStrike" noProof="0">
                          <a:solidFill>
                            <a:srgbClr val="000000"/>
                          </a:solidFill>
                          <a:effectLst/>
                          <a:latin typeface="+mn-lt"/>
                        </a:rPr>
                        <a:t>Tom Evans</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May 19- 20</a:t>
                      </a:r>
                    </a:p>
                  </a:txBody>
                  <a:tcPr marL="90417" marR="90417" marT="45209" marB="45209" anchor="ctr">
                    <a:lnL w="1905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89522530"/>
                  </a:ext>
                </a:extLst>
              </a:tr>
              <a:tr h="532430">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kumimoji="0" lang="en-US" sz="1400" b="0" i="0" u="none" strike="noStrike" kern="1200" cap="none" spc="0" normalizeH="0" baseline="0" noProof="0">
                          <a:ln>
                            <a:noFill/>
                          </a:ln>
                          <a:solidFill>
                            <a:srgbClr val="000000"/>
                          </a:solidFill>
                          <a:effectLst/>
                          <a:uLnTx/>
                          <a:uFillTx/>
                          <a:latin typeface="+mn-lt"/>
                          <a:ea typeface="+mn-ea"/>
                          <a:cs typeface="+mn-cs"/>
                        </a:rPr>
                        <a:t>Live-Online</a:t>
                      </a: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lang="en-US" sz="1400" b="0" i="0" u="none" strike="noStrike" noProof="0">
                          <a:solidFill>
                            <a:srgbClr val="000000"/>
                          </a:solidFill>
                          <a:effectLst/>
                          <a:latin typeface="+mn-lt"/>
                        </a:rPr>
                        <a:t>Dean Peters</a:t>
                      </a:r>
                      <a:r>
                        <a:rPr lang="en-US" sz="1400" b="0" i="0">
                          <a:solidFill>
                            <a:srgbClr val="000000"/>
                          </a:solidFill>
                          <a:effectLst/>
                          <a:latin typeface="+mn-lt"/>
                        </a:rPr>
                        <a:t>​​​</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400" b="0" i="0" u="none" strike="noStrike" noProof="0">
                          <a:solidFill>
                            <a:srgbClr val="000000"/>
                          </a:solidFill>
                          <a:effectLst/>
                          <a:latin typeface="+mn-lt"/>
                        </a:rPr>
                        <a:t>June 9 - 18</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482187"/>
                  </a:ext>
                </a:extLst>
              </a:tr>
              <a:tr h="408196">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endParaRPr lang="en-US" sz="12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9081247"/>
                  </a:ext>
                </a:extLst>
              </a:tr>
              <a:tr h="390449">
                <a:tc gridSpan="4">
                  <a:txBody>
                    <a:bodyPr/>
                    <a:lstStyle/>
                    <a:p>
                      <a:pPr lvl="0" algn="l">
                        <a:lnSpc>
                          <a:spcPts val="1650"/>
                        </a:lnSpc>
                        <a:buNone/>
                      </a:pPr>
                      <a:r>
                        <a:rPr lang="en-US" sz="1800" b="1" i="0" u="none" strike="noStrike" noProof="0">
                          <a:solidFill>
                            <a:srgbClr val="000000"/>
                          </a:solidFill>
                          <a:effectLst/>
                          <a:latin typeface="+mn-lt"/>
                        </a:rPr>
                        <a:t>AI Product Management</a:t>
                      </a:r>
                      <a:r>
                        <a:rPr lang="en-US" sz="1800" b="0" i="0" u="none" strike="noStrike" noProof="0">
                          <a:solidFill>
                            <a:srgbClr val="000000"/>
                          </a:solidFill>
                          <a:effectLst/>
                          <a:latin typeface="+mn-lt"/>
                        </a:rPr>
                        <a:t> </a:t>
                      </a: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lvl="0" algn="l">
                        <a:lnSpc>
                          <a:spcPts val="1425"/>
                        </a:lnSpc>
                        <a:buNone/>
                      </a:pPr>
                      <a:endParaRPr lang="en-US" sz="1200"/>
                    </a:p>
                  </a:txBody>
                  <a:tcPr marL="90417" marR="90417" marT="45209" marB="45209" anchor="ctr">
                    <a:lnL w="19050" cap="flat" cmpd="sng" algn="ctr">
                      <a:no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hMerge="1">
                  <a:txBody>
                    <a:bodyPr/>
                    <a:lstStyle/>
                    <a:p>
                      <a:endParaRPr/>
                    </a:p>
                  </a:txBody>
                  <a:tcPr marL="90417" marR="90417" marT="45209" marB="45209"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144210373"/>
                  </a:ext>
                </a:extLst>
              </a:tr>
              <a:tr h="532430">
                <a:tc>
                  <a:txBody>
                    <a:bodyPr/>
                    <a:lstStyle/>
                    <a:p>
                      <a:pPr marL="0" marR="0" lvl="0" indent="0" algn="l" defTabSz="914400" rtl="0" eaLnBrk="1" fontAlgn="base" latinLnBrk="0" hangingPunct="1">
                        <a:lnSpc>
                          <a:spcPts val="1425"/>
                        </a:lnSpc>
                        <a:spcBef>
                          <a:spcPts val="0"/>
                        </a:spcBef>
                        <a:spcAft>
                          <a:spcPts val="0"/>
                        </a:spcAft>
                        <a:buClrTx/>
                        <a:buSzTx/>
                        <a:buFontTx/>
                        <a:buNone/>
                        <a:tabLst/>
                        <a:defRPr/>
                      </a:pPr>
                      <a:endParaRPr lang="en-US" sz="1800" b="0" i="0">
                        <a:solidFill>
                          <a:srgbClr val="000000"/>
                        </a:solidFill>
                        <a:effectLst/>
                        <a:latin typeface="+mn-lt"/>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1425"/>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Live-Online</a:t>
                      </a:r>
                      <a:endParaRPr lang="en-US" sz="2000" b="0" i="0">
                        <a:solidFill>
                          <a:srgbClr val="000000"/>
                        </a:solidFill>
                        <a:effectLst/>
                        <a:latin typeface="+mn-lt"/>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lang="en-US" sz="1400" b="0" i="0" u="none" strike="noStrike" noProof="0">
                          <a:solidFill>
                            <a:srgbClr val="000000"/>
                          </a:solidFill>
                          <a:effectLst/>
                          <a:latin typeface="+mn-lt"/>
                        </a:rPr>
                        <a:t>Dean Peters</a:t>
                      </a:r>
                      <a:r>
                        <a:rPr lang="en-US" sz="1400" b="0" i="0">
                          <a:solidFill>
                            <a:srgbClr val="000000"/>
                          </a:solidFill>
                          <a:effectLst/>
                          <a:latin typeface="+mn-lt"/>
                        </a:rPr>
                        <a:t>​​​</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400" b="0" i="0" u="none" strike="noStrike" noProof="0">
                          <a:solidFill>
                            <a:srgbClr val="000000"/>
                          </a:solidFill>
                          <a:effectLst/>
                          <a:latin typeface="+mn-lt"/>
                        </a:rPr>
                        <a:t>Apr 27 – 30</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8446219"/>
                  </a:ext>
                </a:extLst>
              </a:tr>
              <a:tr h="532430">
                <a:tc>
                  <a:txBody>
                    <a:bodyPr/>
                    <a:lstStyle/>
                    <a:p>
                      <a:pPr marL="0" marR="0" lvl="0" indent="0" algn="l" rtl="0" eaLnBrk="1" fontAlgn="base" latinLnBrk="0" hangingPunct="1">
                        <a:lnSpc>
                          <a:spcPts val="1425"/>
                        </a:lnSpc>
                        <a:spcBef>
                          <a:spcPts val="0"/>
                        </a:spcBef>
                        <a:spcAft>
                          <a:spcPts val="0"/>
                        </a:spcAft>
                        <a:buClrTx/>
                        <a:buSzTx/>
                        <a:buFontTx/>
                        <a:buNone/>
                      </a:pPr>
                      <a:endParaRPr lang="en-US" sz="1800" b="0" i="0">
                        <a:solidFill>
                          <a:srgbClr val="000000"/>
                        </a:solidFill>
                        <a:effectLst/>
                        <a:latin typeface="+mn-lt"/>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ts val="1425"/>
                        </a:lnSpc>
                        <a:spcBef>
                          <a:spcPts val="0"/>
                        </a:spcBef>
                        <a:spcAft>
                          <a:spcPts val="0"/>
                        </a:spcAft>
                        <a:buClrTx/>
                        <a:buSzTx/>
                        <a:buFontTx/>
                        <a:buNone/>
                      </a:pPr>
                      <a:r>
                        <a:rPr kumimoji="0" lang="en-US" sz="1400" b="0" i="0" u="none" strike="noStrike" kern="1200" cap="none" spc="0" normalizeH="0" baseline="0" noProof="0">
                          <a:ln>
                            <a:noFill/>
                          </a:ln>
                          <a:solidFill>
                            <a:srgbClr val="000000"/>
                          </a:solidFill>
                          <a:effectLst/>
                          <a:uLnTx/>
                          <a:uFillTx/>
                          <a:latin typeface="+mn-lt"/>
                          <a:ea typeface="+mn-ea"/>
                          <a:cs typeface="+mn-cs"/>
                        </a:rPr>
                        <a:t>Live-Online</a:t>
                      </a:r>
                      <a:endParaRPr lang="en-US" sz="2000" b="0" i="0">
                        <a:solidFill>
                          <a:srgbClr val="000000"/>
                        </a:solidFill>
                        <a:effectLst/>
                        <a:latin typeface="+mn-lt"/>
                      </a:endParaRPr>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1425"/>
                        </a:lnSpc>
                        <a:buNone/>
                      </a:pPr>
                      <a:r>
                        <a:rPr lang="en-US" sz="1400" b="0" i="0" u="none" strike="noStrike" noProof="0">
                          <a:solidFill>
                            <a:srgbClr val="000000"/>
                          </a:solidFill>
                          <a:effectLst/>
                          <a:latin typeface="+mn-lt"/>
                        </a:rPr>
                        <a:t>Tom Evans</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US" sz="1400" b="0" i="0" u="none" strike="noStrike" noProof="0">
                          <a:solidFill>
                            <a:srgbClr val="000000"/>
                          </a:solidFill>
                          <a:effectLst/>
                          <a:latin typeface="+mn-lt"/>
                        </a:rPr>
                        <a:t>June 1 - 4</a:t>
                      </a:r>
                      <a:endParaRPr lang="en-US" sz="1400"/>
                    </a:p>
                  </a:txBody>
                  <a:tcPr marL="90417" marR="90417" marT="45209" marB="45209"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7685466"/>
                  </a:ext>
                </a:extLst>
              </a:tr>
            </a:tbl>
          </a:graphicData>
        </a:graphic>
      </p:graphicFrame>
    </p:spTree>
    <p:extLst>
      <p:ext uri="{BB962C8B-B14F-4D97-AF65-F5344CB8AC3E}">
        <p14:creationId xmlns:p14="http://schemas.microsoft.com/office/powerpoint/2010/main" val="108502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3263-7296-560C-854B-451E9E6C8212}"/>
              </a:ext>
            </a:extLst>
          </p:cNvPr>
          <p:cNvSpPr>
            <a:spLocks noGrp="1"/>
          </p:cNvSpPr>
          <p:nvPr>
            <p:ph type="title"/>
          </p:nvPr>
        </p:nvSpPr>
        <p:spPr/>
        <p:txBody>
          <a:bodyPr anchor="ctr">
            <a:normAutofit/>
          </a:bodyPr>
          <a:lstStyle/>
          <a:p>
            <a:r>
              <a:rPr lang="en-US"/>
              <a:t>Q&amp;A</a:t>
            </a:r>
          </a:p>
        </p:txBody>
      </p:sp>
      <p:pic>
        <p:nvPicPr>
          <p:cNvPr id="3" name="Graphic 2">
            <a:extLst>
              <a:ext uri="{FF2B5EF4-FFF2-40B4-BE49-F238E27FC236}">
                <a16:creationId xmlns:a16="http://schemas.microsoft.com/office/drawing/2014/main" id="{E69182BF-2AA2-B035-5219-AFA423858D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40599" y="1521150"/>
            <a:ext cx="1310802" cy="1310802"/>
          </a:xfrm>
          <a:prstGeom prst="rect">
            <a:avLst/>
          </a:prstGeom>
        </p:spPr>
      </p:pic>
      <p:sp>
        <p:nvSpPr>
          <p:cNvPr id="4" name="Footer Placeholder 3">
            <a:extLst>
              <a:ext uri="{FF2B5EF4-FFF2-40B4-BE49-F238E27FC236}">
                <a16:creationId xmlns:a16="http://schemas.microsoft.com/office/drawing/2014/main" id="{ED02B5AC-7ED0-96F4-CD9F-3DAE2AAF5F1C}"/>
              </a:ext>
            </a:extLst>
          </p:cNvPr>
          <p:cNvSpPr>
            <a:spLocks noGrp="1"/>
          </p:cNvSpPr>
          <p:nvPr>
            <p:ph type="ftr" sz="quarter" idx="12"/>
          </p:nvPr>
        </p:nvSpPr>
        <p:spPr/>
        <p:txBody>
          <a:bodyPr/>
          <a:lstStyle/>
          <a:p>
            <a:r>
              <a:rPr lang="en-US"/>
              <a:t>Beyond the Backlog | Five GitHub Plays for Product Teams | Sept 2, 2026</a:t>
            </a:r>
          </a:p>
        </p:txBody>
      </p:sp>
      <p:sp>
        <p:nvSpPr>
          <p:cNvPr id="5" name="Slide Number Placeholder 4">
            <a:extLst>
              <a:ext uri="{FF2B5EF4-FFF2-40B4-BE49-F238E27FC236}">
                <a16:creationId xmlns:a16="http://schemas.microsoft.com/office/drawing/2014/main" id="{21B476E7-2A1A-A28A-8237-9DDF5D736E75}"/>
              </a:ext>
            </a:extLst>
          </p:cNvPr>
          <p:cNvSpPr>
            <a:spLocks noGrp="1"/>
          </p:cNvSpPr>
          <p:nvPr>
            <p:ph type="sldNum" sz="quarter" idx="11"/>
          </p:nvPr>
        </p:nvSpPr>
        <p:spPr/>
        <p:txBody>
          <a:bodyPr/>
          <a:lstStyle/>
          <a:p>
            <a:fld id="{C6E10DBF-A5B8-604C-8CA6-B077E5EF61A1}" type="slidenum">
              <a:rPr lang="en-US" smtClean="0"/>
              <a:pPr/>
              <a:t>24</a:t>
            </a:fld>
            <a:endParaRPr lang="en-US"/>
          </a:p>
        </p:txBody>
      </p:sp>
    </p:spTree>
    <p:extLst>
      <p:ext uri="{BB962C8B-B14F-4D97-AF65-F5344CB8AC3E}">
        <p14:creationId xmlns:p14="http://schemas.microsoft.com/office/powerpoint/2010/main" val="2207484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973D9-40DE-684C-3FD4-EA01752BAD35}"/>
              </a:ext>
            </a:extLst>
          </p:cNvPr>
          <p:cNvSpPr>
            <a:spLocks noGrp="1"/>
          </p:cNvSpPr>
          <p:nvPr>
            <p:ph type="title"/>
          </p:nvPr>
        </p:nvSpPr>
        <p:spPr/>
        <p:txBody>
          <a:bodyPr>
            <a:normAutofit/>
          </a:bodyPr>
          <a:lstStyle/>
          <a:p>
            <a:r>
              <a:rPr lang="en-US"/>
              <a:t>Thank You!</a:t>
            </a:r>
          </a:p>
        </p:txBody>
      </p:sp>
      <p:sp>
        <p:nvSpPr>
          <p:cNvPr id="2" name="Footer Placeholder 1">
            <a:extLst>
              <a:ext uri="{FF2B5EF4-FFF2-40B4-BE49-F238E27FC236}">
                <a16:creationId xmlns:a16="http://schemas.microsoft.com/office/drawing/2014/main" id="{243E56A8-02E1-A7EE-D470-15BBA8A1D10C}"/>
              </a:ext>
            </a:extLst>
          </p:cNvPr>
          <p:cNvSpPr>
            <a:spLocks noGrp="1"/>
          </p:cNvSpPr>
          <p:nvPr>
            <p:ph type="ftr" sz="quarter" idx="12"/>
          </p:nvPr>
        </p:nvSpPr>
        <p:spPr/>
        <p:txBody>
          <a:bodyPr/>
          <a:lstStyle/>
          <a:p>
            <a:r>
              <a:rPr lang="en-US"/>
              <a:t>Beyond the Backlog | Five GitHub Plays for Product Teams | Sept 2, 2026</a:t>
            </a:r>
          </a:p>
        </p:txBody>
      </p:sp>
      <p:sp>
        <p:nvSpPr>
          <p:cNvPr id="3" name="Slide Number Placeholder 2">
            <a:extLst>
              <a:ext uri="{FF2B5EF4-FFF2-40B4-BE49-F238E27FC236}">
                <a16:creationId xmlns:a16="http://schemas.microsoft.com/office/drawing/2014/main" id="{503CC800-E88E-6C4C-FC21-B805B11EDF11}"/>
              </a:ext>
            </a:extLst>
          </p:cNvPr>
          <p:cNvSpPr>
            <a:spLocks noGrp="1"/>
          </p:cNvSpPr>
          <p:nvPr>
            <p:ph type="sldNum" sz="quarter" idx="11"/>
          </p:nvPr>
        </p:nvSpPr>
        <p:spPr/>
        <p:txBody>
          <a:bodyPr/>
          <a:lstStyle/>
          <a:p>
            <a:fld id="{C6E10DBF-A5B8-604C-8CA6-B077E5EF61A1}" type="slidenum">
              <a:rPr lang="en-US" smtClean="0"/>
              <a:pPr/>
              <a:t>25</a:t>
            </a:fld>
            <a:endParaRPr lang="en-US"/>
          </a:p>
        </p:txBody>
      </p:sp>
    </p:spTree>
    <p:extLst>
      <p:ext uri="{BB962C8B-B14F-4D97-AF65-F5344CB8AC3E}">
        <p14:creationId xmlns:p14="http://schemas.microsoft.com/office/powerpoint/2010/main" val="2884948250"/>
      </p:ext>
    </p:extLst>
  </p:cSld>
  <p:clrMapOvr>
    <a:masterClrMapping/>
  </p:clrMapOvr>
</p:sld>
</file>

<file path=ppt/theme/theme1.xml><?xml version="1.0" encoding="utf-8"?>
<a:theme xmlns:a="http://schemas.openxmlformats.org/drawingml/2006/main" name="White">
  <a:themeElements>
    <a:clrScheme name="Productside">
      <a:dk1>
        <a:srgbClr val="000000"/>
      </a:dk1>
      <a:lt1>
        <a:srgbClr val="FFFFFF"/>
      </a:lt1>
      <a:dk2>
        <a:srgbClr val="000000"/>
      </a:dk2>
      <a:lt2>
        <a:srgbClr val="E5E5E5"/>
      </a:lt2>
      <a:accent1>
        <a:srgbClr val="00E874"/>
      </a:accent1>
      <a:accent2>
        <a:srgbClr val="2828FF"/>
      </a:accent2>
      <a:accent3>
        <a:srgbClr val="36DEFF"/>
      </a:accent3>
      <a:accent4>
        <a:srgbClr val="EFE300"/>
      </a:accent4>
      <a:accent5>
        <a:srgbClr val="004949"/>
      </a:accent5>
      <a:accent6>
        <a:srgbClr val="FF9D00"/>
      </a:accent6>
      <a:hlink>
        <a:srgbClr val="36DEFF"/>
      </a:hlink>
      <a:folHlink>
        <a:srgbClr val="00668E"/>
      </a:folHlink>
    </a:clrScheme>
    <a:fontScheme name="Kraken-Mori">
      <a:majorFont>
        <a:latin typeface="Clash Grotesk Medium"/>
        <a:ea typeface=""/>
        <a:cs typeface=""/>
      </a:majorFont>
      <a:minorFont>
        <a:latin typeface="PP Mo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80Group_PresentationDeck" id="{81E7EE83-8F61-9641-941C-7A9BA20E136E}" vid="{B6D5CA22-6A05-E748-B42E-A9A1707067AA}"/>
    </a:ext>
  </a:extLst>
</a:theme>
</file>

<file path=ppt/theme/theme2.xml><?xml version="1.0" encoding="utf-8"?>
<a:theme xmlns:a="http://schemas.openxmlformats.org/drawingml/2006/main" name="Black">
  <a:themeElements>
    <a:clrScheme name="Productside">
      <a:dk1>
        <a:srgbClr val="000000"/>
      </a:dk1>
      <a:lt1>
        <a:srgbClr val="FFFFFF"/>
      </a:lt1>
      <a:dk2>
        <a:srgbClr val="000000"/>
      </a:dk2>
      <a:lt2>
        <a:srgbClr val="E5E5E5"/>
      </a:lt2>
      <a:accent1>
        <a:srgbClr val="2828FF"/>
      </a:accent1>
      <a:accent2>
        <a:srgbClr val="00E874"/>
      </a:accent2>
      <a:accent3>
        <a:srgbClr val="36DEFF"/>
      </a:accent3>
      <a:accent4>
        <a:srgbClr val="EFE300"/>
      </a:accent4>
      <a:accent5>
        <a:srgbClr val="004949"/>
      </a:accent5>
      <a:accent6>
        <a:srgbClr val="FF9D00"/>
      </a:accent6>
      <a:hlink>
        <a:srgbClr val="36DEFF"/>
      </a:hlink>
      <a:folHlink>
        <a:srgbClr val="00668E"/>
      </a:folHlink>
    </a:clrScheme>
    <a:fontScheme name="Kraken-Mori">
      <a:majorFont>
        <a:latin typeface="Clash Grotesk Medium"/>
        <a:ea typeface=""/>
        <a:cs typeface=""/>
      </a:majorFont>
      <a:minorFont>
        <a:latin typeface="PP Mo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80Group_PresentationDeck" id="{81E7EE83-8F61-9641-941C-7A9BA20E136E}" vid="{B6D5CA22-6A05-E748-B42E-A9A1707067AA}"/>
    </a:ext>
  </a:extLst>
</a:theme>
</file>

<file path=ppt/theme/theme3.xml><?xml version="1.0" encoding="utf-8"?>
<a:theme xmlns:a="http://schemas.openxmlformats.org/drawingml/2006/main" name="Green">
  <a:themeElements>
    <a:clrScheme name="Productside">
      <a:dk1>
        <a:srgbClr val="000000"/>
      </a:dk1>
      <a:lt1>
        <a:srgbClr val="FFFFFF"/>
      </a:lt1>
      <a:dk2>
        <a:srgbClr val="000000"/>
      </a:dk2>
      <a:lt2>
        <a:srgbClr val="E5E5E5"/>
      </a:lt2>
      <a:accent1>
        <a:srgbClr val="2828FF"/>
      </a:accent1>
      <a:accent2>
        <a:srgbClr val="00E874"/>
      </a:accent2>
      <a:accent3>
        <a:srgbClr val="36DEFF"/>
      </a:accent3>
      <a:accent4>
        <a:srgbClr val="EFE300"/>
      </a:accent4>
      <a:accent5>
        <a:srgbClr val="004949"/>
      </a:accent5>
      <a:accent6>
        <a:srgbClr val="FF9D00"/>
      </a:accent6>
      <a:hlink>
        <a:srgbClr val="36DEFF"/>
      </a:hlink>
      <a:folHlink>
        <a:srgbClr val="00668E"/>
      </a:folHlink>
    </a:clrScheme>
    <a:fontScheme name="Kraken-Mori">
      <a:majorFont>
        <a:latin typeface="Clash Grotesk Medium"/>
        <a:ea typeface=""/>
        <a:cs typeface=""/>
      </a:majorFont>
      <a:minorFont>
        <a:latin typeface="PP Mo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80Group_PresentationDeck" id="{81E7EE83-8F61-9641-941C-7A9BA20E136E}" vid="{B6D5CA22-6A05-E748-B42E-A9A1707067AA}"/>
    </a:ext>
  </a:extLst>
</a:theme>
</file>

<file path=ppt/theme/theme4.xml><?xml version="1.0" encoding="utf-8"?>
<a:theme xmlns:a="http://schemas.openxmlformats.org/drawingml/2006/main" name="Dots">
  <a:themeElements>
    <a:clrScheme name="Productside">
      <a:dk1>
        <a:srgbClr val="000000"/>
      </a:dk1>
      <a:lt1>
        <a:srgbClr val="FFFFFF"/>
      </a:lt1>
      <a:dk2>
        <a:srgbClr val="000000"/>
      </a:dk2>
      <a:lt2>
        <a:srgbClr val="E5E5E5"/>
      </a:lt2>
      <a:accent1>
        <a:srgbClr val="00E874"/>
      </a:accent1>
      <a:accent2>
        <a:srgbClr val="2828FF"/>
      </a:accent2>
      <a:accent3>
        <a:srgbClr val="36DEFF"/>
      </a:accent3>
      <a:accent4>
        <a:srgbClr val="EFE300"/>
      </a:accent4>
      <a:accent5>
        <a:srgbClr val="004949"/>
      </a:accent5>
      <a:accent6>
        <a:srgbClr val="FF9D00"/>
      </a:accent6>
      <a:hlink>
        <a:srgbClr val="36DEFF"/>
      </a:hlink>
      <a:folHlink>
        <a:srgbClr val="00668E"/>
      </a:folHlink>
    </a:clrScheme>
    <a:fontScheme name="Kraken-Mori">
      <a:majorFont>
        <a:latin typeface="Clash Grotesk Medium"/>
        <a:ea typeface=""/>
        <a:cs typeface=""/>
      </a:majorFont>
      <a:minorFont>
        <a:latin typeface="PP Mo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80Group_PresentationDeck" id="{81E7EE83-8F61-9641-941C-7A9BA20E136E}" vid="{B6D5CA22-6A05-E748-B42E-A9A1707067AA}"/>
    </a:ext>
  </a:extLst>
</a:theme>
</file>

<file path=ppt/theme/theme5.xml><?xml version="1.0" encoding="utf-8"?>
<a:theme xmlns:a="http://schemas.openxmlformats.org/drawingml/2006/main" name="Playbook">
  <a:themeElements>
    <a:clrScheme name="Productside">
      <a:dk1>
        <a:srgbClr val="000000"/>
      </a:dk1>
      <a:lt1>
        <a:srgbClr val="FFFFFF"/>
      </a:lt1>
      <a:dk2>
        <a:srgbClr val="000000"/>
      </a:dk2>
      <a:lt2>
        <a:srgbClr val="E5E5E5"/>
      </a:lt2>
      <a:accent1>
        <a:srgbClr val="00E874"/>
      </a:accent1>
      <a:accent2>
        <a:srgbClr val="2828FF"/>
      </a:accent2>
      <a:accent3>
        <a:srgbClr val="36DEFF"/>
      </a:accent3>
      <a:accent4>
        <a:srgbClr val="EFE300"/>
      </a:accent4>
      <a:accent5>
        <a:srgbClr val="004949"/>
      </a:accent5>
      <a:accent6>
        <a:srgbClr val="FF9D00"/>
      </a:accent6>
      <a:hlink>
        <a:srgbClr val="36DEFF"/>
      </a:hlink>
      <a:folHlink>
        <a:srgbClr val="00668E"/>
      </a:folHlink>
    </a:clrScheme>
    <a:fontScheme name="Kraken-Mori">
      <a:majorFont>
        <a:latin typeface="Clash Grotesk Medium"/>
        <a:ea typeface=""/>
        <a:cs typeface=""/>
      </a:majorFont>
      <a:minorFont>
        <a:latin typeface="PP Mo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80Group_PresentationDeck" id="{81E7EE83-8F61-9641-941C-7A9BA20E136E}" vid="{B6D5CA22-6A05-E748-B42E-A9A1707067A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60650A8C1AC941AAA64505FCB59CAB" ma:contentTypeVersion="22" ma:contentTypeDescription="Create a new document." ma:contentTypeScope="" ma:versionID="b381651aea5f6bf7da20aab1ae79ed40">
  <xsd:schema xmlns:xsd="http://www.w3.org/2001/XMLSchema" xmlns:xs="http://www.w3.org/2001/XMLSchema" xmlns:p="http://schemas.microsoft.com/office/2006/metadata/properties" xmlns:ns1="http://schemas.microsoft.com/sharepoint/v3" xmlns:ns2="50c923b6-6ee6-4d60-903c-9b4daa107648" xmlns:ns3="63734ec9-2f39-4e2b-bcac-f9ded1d6457b" targetNamespace="http://schemas.microsoft.com/office/2006/metadata/properties" ma:root="true" ma:fieldsID="48360c4d1de161ff22ce0730ce621439" ns1:_="" ns2:_="" ns3:_="">
    <xsd:import namespace="http://schemas.microsoft.com/sharepoint/v3"/>
    <xsd:import namespace="50c923b6-6ee6-4d60-903c-9b4daa107648"/>
    <xsd:import namespace="63734ec9-2f39-4e2b-bcac-f9ded1d6457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LengthInSeconds" minOccurs="0"/>
                <xsd:element ref="ns3:MediaServiceDateTaken"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SearchProperties" minOccurs="0"/>
                <xsd:element ref="ns3:MediaServiceLocation" minOccurs="0"/>
                <xsd:element ref="ns3:MediaServiceObjectDetectorVersions" minOccurs="0"/>
                <xsd:element ref="ns1:_ip_UnifiedCompliancePolicyProperties" minOccurs="0"/>
                <xsd:element ref="ns1:_ip_UnifiedCompliancePolicyUIAction" minOccurs="0"/>
                <xsd:element ref="ns3:ImagePreview"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0c923b6-6ee6-4d60-903c-9b4daa10764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79a47b87-807a-429d-a75c-574d5bcca033}" ma:internalName="TaxCatchAll" ma:showField="CatchAllData" ma:web="50c923b6-6ee6-4d60-903c-9b4daa10764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3734ec9-2f39-4e2b-bcac-f9ded1d6457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52292a0-69b8-4744-82c2-c69e3da28bd2"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ImagePreview" ma:index="27" nillable="true" ma:displayName="Image Preview" ma:format="Thumbnail" ma:internalName="ImagePreview">
      <xsd:simpleType>
        <xsd:restriction base="dms:Unknow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0c923b6-6ee6-4d60-903c-9b4daa107648" xsi:nil="true"/>
    <SharedWithUsers xmlns="50c923b6-6ee6-4d60-903c-9b4daa107648">
      <UserInfo>
        <DisplayName>Rina Alexin</DisplayName>
        <AccountId>31</AccountId>
        <AccountType/>
      </UserInfo>
      <UserInfo>
        <DisplayName>Ken Feehan</DisplayName>
        <AccountId>53</AccountId>
        <AccountType/>
      </UserInfo>
      <UserInfo>
        <DisplayName>Nate Frieberg</DisplayName>
        <AccountId>1861</AccountId>
        <AccountType/>
      </UserInfo>
      <UserInfo>
        <DisplayName>Tyler Johnson</DisplayName>
        <AccountId>60</AccountId>
        <AccountType/>
      </UserInfo>
      <UserInfo>
        <DisplayName>Kenny Kranseler</DisplayName>
        <AccountId>33</AccountId>
        <AccountType/>
      </UserInfo>
    </SharedWithUsers>
    <_ip_UnifiedCompliancePolicyUIAction xmlns="http://schemas.microsoft.com/sharepoint/v3" xsi:nil="true"/>
    <_ip_UnifiedCompliancePolicyProperties xmlns="http://schemas.microsoft.com/sharepoint/v3" xsi:nil="true"/>
    <lcf76f155ced4ddcb4097134ff3c332f xmlns="63734ec9-2f39-4e2b-bcac-f9ded1d6457b">
      <Terms xmlns="http://schemas.microsoft.com/office/infopath/2007/PartnerControls"/>
    </lcf76f155ced4ddcb4097134ff3c332f>
    <ImagePreview xmlns="63734ec9-2f39-4e2b-bcac-f9ded1d6457b" xsi:nil="true"/>
  </documentManagement>
</p:properties>
</file>

<file path=customXml/itemProps1.xml><?xml version="1.0" encoding="utf-8"?>
<ds:datastoreItem xmlns:ds="http://schemas.openxmlformats.org/officeDocument/2006/customXml" ds:itemID="{8E91BA93-5374-4E16-95C1-0CB8800E4723}">
  <ds:schemaRefs>
    <ds:schemaRef ds:uri="50c923b6-6ee6-4d60-903c-9b4daa107648"/>
    <ds:schemaRef ds:uri="63734ec9-2f39-4e2b-bcac-f9ded1d645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726AE3E-BA56-41B8-AF42-3E979AD96C64}">
  <ds:schemaRefs>
    <ds:schemaRef ds:uri="http://schemas.microsoft.com/sharepoint/v3/contenttype/forms"/>
  </ds:schemaRefs>
</ds:datastoreItem>
</file>

<file path=customXml/itemProps3.xml><?xml version="1.0" encoding="utf-8"?>
<ds:datastoreItem xmlns:ds="http://schemas.openxmlformats.org/officeDocument/2006/customXml" ds:itemID="{8E4FAA1D-206A-4FC5-8688-0E1535319B71}">
  <ds:schemaRefs>
    <ds:schemaRef ds:uri="50c923b6-6ee6-4d60-903c-9b4daa107648"/>
    <ds:schemaRef ds:uri="63734ec9-2f39-4e2b-bcac-f9ded1d6457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280Group_PresentationDeck</Template>
  <Application>Microsoft Office PowerPoint</Application>
  <PresentationFormat>Widescreen</PresentationFormat>
  <Slides>59</Slides>
  <Notes>38</Notes>
  <HiddenSlides>1</HiddenSlides>
  <ScaleCrop>false</ScaleCrop>
  <HeadingPairs>
    <vt:vector size="4" baseType="variant">
      <vt:variant>
        <vt:lpstr>Theme</vt:lpstr>
      </vt:variant>
      <vt:variant>
        <vt:i4>5</vt:i4>
      </vt:variant>
      <vt:variant>
        <vt:lpstr>Slide Titles</vt:lpstr>
      </vt:variant>
      <vt:variant>
        <vt:i4>59</vt:i4>
      </vt:variant>
    </vt:vector>
  </HeadingPairs>
  <TitlesOfParts>
    <vt:vector size="64" baseType="lpstr">
      <vt:lpstr>White</vt:lpstr>
      <vt:lpstr>Black</vt:lpstr>
      <vt:lpstr>Green</vt:lpstr>
      <vt:lpstr>Dots</vt:lpstr>
      <vt:lpstr>Playbook</vt:lpstr>
      <vt:lpstr>Beyond the Backlog</vt:lpstr>
      <vt:lpstr>Beyond the Backlog</vt:lpstr>
      <vt:lpstr>PowerPoint Presentation</vt:lpstr>
      <vt:lpstr>An Outcome-driven Product Partner.</vt:lpstr>
      <vt:lpstr>Please ask questions!</vt:lpstr>
      <vt:lpstr>Connect with us on LinkedIn</vt:lpstr>
      <vt:lpstr>PowerPoint Presentation</vt:lpstr>
      <vt:lpstr>This is a Section Header Slide</vt:lpstr>
      <vt:lpstr>Poll question goes here</vt:lpstr>
      <vt:lpstr>Example Layout 1</vt:lpstr>
      <vt:lpstr>Example Layout 2</vt:lpstr>
      <vt:lpstr>What you’ll learn today</vt:lpstr>
      <vt:lpstr>PowerPoint Presentation</vt:lpstr>
      <vt:lpstr>Statement Slide Example</vt:lpstr>
      <vt:lpstr>Topic Layout 1</vt:lpstr>
      <vt:lpstr>Topic Layout Detail</vt:lpstr>
      <vt:lpstr>Layout Example 3</vt:lpstr>
      <vt:lpstr>Layout Example 4</vt:lpstr>
      <vt:lpstr>Steps to get a QR code for the following slides</vt:lpstr>
      <vt:lpstr>State of AI Maturity</vt:lpstr>
      <vt:lpstr>Join us in person!</vt:lpstr>
      <vt:lpstr>Upcoming Webinar</vt:lpstr>
      <vt:lpstr>PowerPoint Presentation</vt:lpstr>
      <vt:lpstr>Q&amp;A</vt:lpstr>
      <vt:lpstr>Thank You!</vt:lpstr>
      <vt:lpstr>Tools + Templates</vt:lpstr>
      <vt:lpstr>Recommended Tool</vt:lpstr>
      <vt:lpstr>Recommended Tool</vt:lpstr>
      <vt:lpstr>Free Downloads</vt:lpstr>
      <vt:lpstr>Download the Report</vt:lpstr>
      <vt:lpstr>Download the Report</vt:lpstr>
      <vt:lpstr>Download the Syllabus</vt:lpstr>
      <vt:lpstr>Get the eBook</vt:lpstr>
      <vt:lpstr>Free Download</vt:lpstr>
      <vt:lpstr>Free Download</vt:lpstr>
      <vt:lpstr>Special Offer</vt:lpstr>
      <vt:lpstr>Watch On Demand</vt:lpstr>
      <vt:lpstr>Tools + Templates</vt:lpstr>
      <vt:lpstr>The Product Management Leader First 90 Days Pack</vt:lpstr>
      <vt:lpstr>Feature Prioritization Matrix</vt:lpstr>
      <vt:lpstr>Resources + Guide</vt:lpstr>
      <vt:lpstr>Color Palette</vt:lpstr>
      <vt:lpstr>Color Palette</vt:lpstr>
      <vt:lpstr>Smart Art</vt:lpstr>
      <vt:lpstr>Charts</vt:lpstr>
      <vt:lpstr>Iconography</vt:lpstr>
      <vt:lpstr>Headings</vt:lpstr>
      <vt:lpstr>Call-Outs</vt:lpstr>
      <vt:lpstr>Containers - Formatting</vt:lpstr>
      <vt:lpstr>Containers</vt:lpstr>
      <vt:lpstr>Dotted Lines</vt:lpstr>
      <vt:lpstr>Abstract Shapes</vt:lpstr>
      <vt:lpstr>Illustrations</vt:lpstr>
      <vt:lpstr>Photography</vt:lpstr>
      <vt:lpstr>Tables</vt:lpstr>
      <vt:lpstr>Tables</vt:lpstr>
      <vt:lpstr>Tables</vt:lpstr>
      <vt:lpstr>Tables</vt:lpstr>
      <vt:lpstr>Join our Newsletter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Rina Alexin</dc:creator>
  <cp:revision>9</cp:revision>
  <cp:lastPrinted>2025-04-07T21:32:47Z</cp:lastPrinted>
  <dcterms:created xsi:type="dcterms:W3CDTF">2023-01-16T19:49:39Z</dcterms:created>
  <dcterms:modified xsi:type="dcterms:W3CDTF">2026-08-06T17:46:55Z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0x0101006960650A8C1AC941AAA64505FCB59CAB</vt:lpwstr>
  </property>
</Properties>
</file>